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1"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676" r:id="rId19"/>
    <p:sldId id="675" r:id="rId20"/>
    <p:sldId id="273" r:id="rId21"/>
    <p:sldId id="646" r:id="rId22"/>
    <p:sldId id="645" r:id="rId23"/>
    <p:sldId id="647" r:id="rId24"/>
    <p:sldId id="648" r:id="rId25"/>
    <p:sldId id="649" r:id="rId26"/>
    <p:sldId id="650" r:id="rId27"/>
    <p:sldId id="674" r:id="rId28"/>
    <p:sldId id="651" r:id="rId29"/>
    <p:sldId id="652" r:id="rId30"/>
    <p:sldId id="653" r:id="rId31"/>
    <p:sldId id="677" r:id="rId32"/>
    <p:sldId id="654" r:id="rId33"/>
    <p:sldId id="292" r:id="rId34"/>
    <p:sldId id="655" r:id="rId35"/>
    <p:sldId id="656" r:id="rId36"/>
    <p:sldId id="658" r:id="rId37"/>
    <p:sldId id="657" r:id="rId38"/>
    <p:sldId id="659" r:id="rId39"/>
    <p:sldId id="661" r:id="rId40"/>
    <p:sldId id="662" r:id="rId41"/>
    <p:sldId id="663" r:id="rId42"/>
    <p:sldId id="664" r:id="rId43"/>
    <p:sldId id="665" r:id="rId44"/>
    <p:sldId id="667" r:id="rId45"/>
    <p:sldId id="668" r:id="rId46"/>
    <p:sldId id="666" r:id="rId47"/>
    <p:sldId id="669" r:id="rId48"/>
    <p:sldId id="670" r:id="rId49"/>
    <p:sldId id="671" r:id="rId50"/>
    <p:sldId id="301" r:id="rId51"/>
    <p:sldId id="297" r:id="rId52"/>
    <p:sldId id="672" r:id="rId53"/>
  </p:sldIdLst>
  <p:sldSz cx="9144000" cy="6858000" type="screen4x3"/>
  <p:notesSz cx="6667500" cy="9904413"/>
  <p:defaultTextStyle>
    <a:defPPr>
      <a:defRPr lang="en-US"/>
    </a:defPPr>
    <a:lvl1pPr algn="l" rtl="0" fontAlgn="base">
      <a:spcBef>
        <a:spcPct val="0"/>
      </a:spcBef>
      <a:spcAft>
        <a:spcPct val="0"/>
      </a:spcAft>
      <a:defRPr sz="1400" kern="1200">
        <a:solidFill>
          <a:srgbClr val="000000"/>
        </a:solidFill>
        <a:latin typeface="Arial" pitchFamily="34" charset="0"/>
        <a:ea typeface="MS PGothic" pitchFamily="34" charset="-128"/>
        <a:cs typeface="Arial" pitchFamily="34" charset="0"/>
        <a:sym typeface="Arial" pitchFamily="34" charset="0"/>
      </a:defRPr>
    </a:lvl1pPr>
    <a:lvl2pPr marL="457200" algn="l" rtl="0" fontAlgn="base">
      <a:spcBef>
        <a:spcPct val="0"/>
      </a:spcBef>
      <a:spcAft>
        <a:spcPct val="0"/>
      </a:spcAft>
      <a:defRPr sz="1400" kern="1200">
        <a:solidFill>
          <a:srgbClr val="000000"/>
        </a:solidFill>
        <a:latin typeface="Arial" pitchFamily="34" charset="0"/>
        <a:ea typeface="MS PGothic" pitchFamily="34" charset="-128"/>
        <a:cs typeface="Arial" pitchFamily="34" charset="0"/>
        <a:sym typeface="Arial" pitchFamily="34" charset="0"/>
      </a:defRPr>
    </a:lvl2pPr>
    <a:lvl3pPr marL="914400" algn="l" rtl="0" fontAlgn="base">
      <a:spcBef>
        <a:spcPct val="0"/>
      </a:spcBef>
      <a:spcAft>
        <a:spcPct val="0"/>
      </a:spcAft>
      <a:defRPr sz="1400" kern="1200">
        <a:solidFill>
          <a:srgbClr val="000000"/>
        </a:solidFill>
        <a:latin typeface="Arial" pitchFamily="34" charset="0"/>
        <a:ea typeface="MS PGothic" pitchFamily="34" charset="-128"/>
        <a:cs typeface="Arial" pitchFamily="34" charset="0"/>
        <a:sym typeface="Arial" pitchFamily="34" charset="0"/>
      </a:defRPr>
    </a:lvl3pPr>
    <a:lvl4pPr marL="1371600" algn="l" rtl="0" fontAlgn="base">
      <a:spcBef>
        <a:spcPct val="0"/>
      </a:spcBef>
      <a:spcAft>
        <a:spcPct val="0"/>
      </a:spcAft>
      <a:defRPr sz="1400" kern="1200">
        <a:solidFill>
          <a:srgbClr val="000000"/>
        </a:solidFill>
        <a:latin typeface="Arial" pitchFamily="34" charset="0"/>
        <a:ea typeface="MS PGothic" pitchFamily="34" charset="-128"/>
        <a:cs typeface="Arial" pitchFamily="34" charset="0"/>
        <a:sym typeface="Arial" pitchFamily="34" charset="0"/>
      </a:defRPr>
    </a:lvl4pPr>
    <a:lvl5pPr marL="1828800" algn="l" rtl="0" fontAlgn="base">
      <a:spcBef>
        <a:spcPct val="0"/>
      </a:spcBef>
      <a:spcAft>
        <a:spcPct val="0"/>
      </a:spcAft>
      <a:defRPr sz="1400" kern="1200">
        <a:solidFill>
          <a:srgbClr val="000000"/>
        </a:solidFill>
        <a:latin typeface="Arial" pitchFamily="34" charset="0"/>
        <a:ea typeface="MS PGothic" pitchFamily="34" charset="-128"/>
        <a:cs typeface="Arial" pitchFamily="34" charset="0"/>
        <a:sym typeface="Arial" pitchFamily="34" charset="0"/>
      </a:defRPr>
    </a:lvl5pPr>
    <a:lvl6pPr marL="2286000" algn="l" defTabSz="914400" rtl="0" eaLnBrk="1" latinLnBrk="0" hangingPunct="1">
      <a:defRPr sz="1400" kern="1200">
        <a:solidFill>
          <a:srgbClr val="000000"/>
        </a:solidFill>
        <a:latin typeface="Arial" pitchFamily="34" charset="0"/>
        <a:ea typeface="MS PGothic" pitchFamily="34" charset="-128"/>
        <a:cs typeface="Arial" pitchFamily="34" charset="0"/>
        <a:sym typeface="Arial" pitchFamily="34" charset="0"/>
      </a:defRPr>
    </a:lvl6pPr>
    <a:lvl7pPr marL="2743200" algn="l" defTabSz="914400" rtl="0" eaLnBrk="1" latinLnBrk="0" hangingPunct="1">
      <a:defRPr sz="1400" kern="1200">
        <a:solidFill>
          <a:srgbClr val="000000"/>
        </a:solidFill>
        <a:latin typeface="Arial" pitchFamily="34" charset="0"/>
        <a:ea typeface="MS PGothic" pitchFamily="34" charset="-128"/>
        <a:cs typeface="Arial" pitchFamily="34" charset="0"/>
        <a:sym typeface="Arial" pitchFamily="34" charset="0"/>
      </a:defRPr>
    </a:lvl7pPr>
    <a:lvl8pPr marL="3200400" algn="l" defTabSz="914400" rtl="0" eaLnBrk="1" latinLnBrk="0" hangingPunct="1">
      <a:defRPr sz="1400" kern="1200">
        <a:solidFill>
          <a:srgbClr val="000000"/>
        </a:solidFill>
        <a:latin typeface="Arial" pitchFamily="34" charset="0"/>
        <a:ea typeface="MS PGothic" pitchFamily="34" charset="-128"/>
        <a:cs typeface="Arial" pitchFamily="34" charset="0"/>
        <a:sym typeface="Arial" pitchFamily="34" charset="0"/>
      </a:defRPr>
    </a:lvl8pPr>
    <a:lvl9pPr marL="3657600" algn="l" defTabSz="914400" rtl="0" eaLnBrk="1" latinLnBrk="0" hangingPunct="1">
      <a:defRPr sz="1400" kern="1200">
        <a:solidFill>
          <a:srgbClr val="000000"/>
        </a:solidFill>
        <a:latin typeface="Arial" pitchFamily="34" charset="0"/>
        <a:ea typeface="MS PGothic" pitchFamily="34" charset="-128"/>
        <a:cs typeface="Arial" pitchFamily="34" charset="0"/>
        <a:sym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9">
          <p15:clr>
            <a:srgbClr val="A4A3A4"/>
          </p15:clr>
        </p15:guide>
        <p15:guide id="2" pos="210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ồ Thị Minh Phượng" initials="HTMP" lastIdx="13" clrIdx="0">
    <p:extLst>
      <p:ext uri="{19B8F6BF-5375-455C-9EA6-DF929625EA0E}">
        <p15:presenceInfo xmlns:p15="http://schemas.microsoft.com/office/powerpoint/2012/main" userId="Hồ Thị Minh Phượ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CC99"/>
    <a:srgbClr val="0000FF"/>
    <a:srgbClr val="000099"/>
    <a:srgbClr val="CC00FF"/>
    <a:srgbClr val="E6E6E6"/>
    <a:srgbClr val="CC99FF"/>
    <a:srgbClr val="5DAF6B"/>
    <a:srgbClr val="CC9900"/>
    <a:srgbClr val="1B10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FB4060-6107-4BFA-B227-A8AB52AA76D4}">
  <a:tblStyle styleId="{A6FB4060-6107-4BFA-B227-A8AB52AA76D4}" styleName="Table_0"/>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07" autoAdjust="0"/>
    <p:restoredTop sz="89054" autoAdjust="0"/>
  </p:normalViewPr>
  <p:slideViewPr>
    <p:cSldViewPr>
      <p:cViewPr varScale="1">
        <p:scale>
          <a:sx n="60" d="100"/>
          <a:sy n="60" d="100"/>
        </p:scale>
        <p:origin x="149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1709"/>
    </p:cViewPr>
  </p:sorterViewPr>
  <p:notesViewPr>
    <p:cSldViewPr>
      <p:cViewPr varScale="1">
        <p:scale>
          <a:sx n="35" d="100"/>
          <a:sy n="35" d="100"/>
        </p:scale>
        <p:origin x="-2419" y="-86"/>
      </p:cViewPr>
      <p:guideLst>
        <p:guide orient="horz" pos="3119"/>
        <p:guide pos="21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31889A-FC21-423F-B587-93822EB185C5}" type="doc">
      <dgm:prSet loTypeId="urn:microsoft.com/office/officeart/2005/8/layout/cycle6" loCatId="cycle" qsTypeId="urn:microsoft.com/office/officeart/2005/8/quickstyle/simple1" qsCatId="simple" csTypeId="urn:microsoft.com/office/officeart/2005/8/colors/colorful4" csCatId="colorful" phldr="1"/>
      <dgm:spPr/>
      <dgm:t>
        <a:bodyPr/>
        <a:lstStyle/>
        <a:p>
          <a:endParaRPr lang="en-US"/>
        </a:p>
      </dgm:t>
    </dgm:pt>
    <dgm:pt modelId="{9E02EDFE-734D-4A65-B7A9-A3544CE111A8}">
      <dgm:prSet phldrT="[Text]" custT="1"/>
      <dgm:spPr/>
      <dgm:t>
        <a:bodyPr/>
        <a:lstStyle/>
        <a:p>
          <a:pPr>
            <a:buFont typeface="Wingdings" panose="05000000000000000000" pitchFamily="2" charset="2"/>
            <a:buNone/>
          </a:pPr>
          <a:r>
            <a:rPr lang="en-US" altLang="en-US" sz="2000" i="0" dirty="0" err="1">
              <a:latin typeface="+mj-lt"/>
              <a:cs typeface="Calibri" panose="020F0502020204030204" pitchFamily="34" charset="0"/>
            </a:rPr>
            <a:t>Thiết</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lập</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quyền</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lực</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công</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cộng</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đặc</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biệt</a:t>
          </a:r>
          <a:endParaRPr lang="en-US" sz="2000" i="0" dirty="0">
            <a:latin typeface="+mj-lt"/>
            <a:cs typeface="Calibri" panose="020F0502020204030204" pitchFamily="34" charset="0"/>
          </a:endParaRPr>
        </a:p>
      </dgm:t>
    </dgm:pt>
    <dgm:pt modelId="{49C11EF5-BABC-41F4-83C2-B0B7D97AB2CE}" type="parTrans" cxnId="{A222518B-1C0A-45A4-89D7-EB5A3548ABFC}">
      <dgm:prSet/>
      <dgm:spPr/>
      <dgm:t>
        <a:bodyPr/>
        <a:lstStyle/>
        <a:p>
          <a:endParaRPr lang="en-US" sz="2000" i="0">
            <a:latin typeface="+mj-lt"/>
          </a:endParaRPr>
        </a:p>
      </dgm:t>
    </dgm:pt>
    <dgm:pt modelId="{9410348D-3B45-4D18-99A2-1174538AE53A}" type="sibTrans" cxnId="{A222518B-1C0A-45A4-89D7-EB5A3548ABFC}">
      <dgm:prSet/>
      <dgm:spPr/>
      <dgm:t>
        <a:bodyPr/>
        <a:lstStyle/>
        <a:p>
          <a:endParaRPr lang="en-US" sz="2000" i="0">
            <a:latin typeface="+mj-lt"/>
          </a:endParaRPr>
        </a:p>
      </dgm:t>
    </dgm:pt>
    <dgm:pt modelId="{4A07AC3E-E264-4724-9CA9-76E66429C81B}">
      <dgm:prSet phldrT="[Text]" custT="1"/>
      <dgm:spPr/>
      <dgm:t>
        <a:bodyPr/>
        <a:lstStyle/>
        <a:p>
          <a:pPr>
            <a:buFont typeface="Wingdings" panose="05000000000000000000" pitchFamily="2" charset="2"/>
            <a:buNone/>
          </a:pPr>
          <a:r>
            <a:rPr lang="en-US" altLang="en-US" sz="2000" i="0" dirty="0" err="1">
              <a:latin typeface="+mj-lt"/>
              <a:cs typeface="Calibri" panose="020F0502020204030204" pitchFamily="34" charset="0"/>
            </a:rPr>
            <a:t>Có</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chủ</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quyền</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quốc</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gia</a:t>
          </a:r>
          <a:endParaRPr lang="en-US" sz="2000" i="0" dirty="0">
            <a:latin typeface="+mj-lt"/>
            <a:cs typeface="Calibri" panose="020F0502020204030204" pitchFamily="34" charset="0"/>
          </a:endParaRPr>
        </a:p>
      </dgm:t>
    </dgm:pt>
    <dgm:pt modelId="{613A40CD-C85A-43C6-BFD3-EA552B10E410}" type="parTrans" cxnId="{1037C8CB-D452-4F7C-A031-6B61397512AC}">
      <dgm:prSet/>
      <dgm:spPr/>
      <dgm:t>
        <a:bodyPr/>
        <a:lstStyle/>
        <a:p>
          <a:endParaRPr lang="en-US" sz="2000" i="0">
            <a:latin typeface="+mj-lt"/>
          </a:endParaRPr>
        </a:p>
      </dgm:t>
    </dgm:pt>
    <dgm:pt modelId="{3DF500B2-2123-43FF-9E35-F3B3DD2763E9}" type="sibTrans" cxnId="{1037C8CB-D452-4F7C-A031-6B61397512AC}">
      <dgm:prSet/>
      <dgm:spPr/>
      <dgm:t>
        <a:bodyPr/>
        <a:lstStyle/>
        <a:p>
          <a:endParaRPr lang="en-US" sz="2000" i="0">
            <a:latin typeface="+mj-lt"/>
          </a:endParaRPr>
        </a:p>
      </dgm:t>
    </dgm:pt>
    <dgm:pt modelId="{F8397150-84AE-499B-B08E-0EB0C8A6D4FC}">
      <dgm:prSet phldrT="[Text]" custT="1"/>
      <dgm:spPr/>
      <dgm:t>
        <a:bodyPr/>
        <a:lstStyle/>
        <a:p>
          <a:r>
            <a:rPr lang="en-US" altLang="en-US" sz="2000" i="0" dirty="0">
              <a:latin typeface="+mj-lt"/>
              <a:cs typeface="Calibri" panose="020F0502020204030204" pitchFamily="34" charset="0"/>
            </a:rPr>
            <a:t>Thu </a:t>
          </a:r>
          <a:r>
            <a:rPr lang="en-US" altLang="en-US" sz="2000" i="0" dirty="0" err="1">
              <a:latin typeface="+mj-lt"/>
              <a:cs typeface="Calibri" panose="020F0502020204030204" pitchFamily="34" charset="0"/>
            </a:rPr>
            <a:t>thuế</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và</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phát</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hành</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tiền</a:t>
          </a:r>
          <a:endParaRPr lang="en-US" sz="2000" i="0" dirty="0">
            <a:latin typeface="+mj-lt"/>
            <a:cs typeface="Calibri" panose="020F0502020204030204" pitchFamily="34" charset="0"/>
          </a:endParaRPr>
        </a:p>
      </dgm:t>
    </dgm:pt>
    <dgm:pt modelId="{E236189C-7408-4CCC-A0B1-7B92AC3E5E05}" type="parTrans" cxnId="{8C6FCBDF-91B1-46C9-9402-E75C2130E97E}">
      <dgm:prSet/>
      <dgm:spPr/>
      <dgm:t>
        <a:bodyPr/>
        <a:lstStyle/>
        <a:p>
          <a:endParaRPr lang="en-US" sz="2000" i="0">
            <a:latin typeface="+mj-lt"/>
          </a:endParaRPr>
        </a:p>
      </dgm:t>
    </dgm:pt>
    <dgm:pt modelId="{934C27C2-948D-4285-BD72-480DBD15EB9F}" type="sibTrans" cxnId="{8C6FCBDF-91B1-46C9-9402-E75C2130E97E}">
      <dgm:prSet/>
      <dgm:spPr/>
      <dgm:t>
        <a:bodyPr/>
        <a:lstStyle/>
        <a:p>
          <a:endParaRPr lang="en-US" sz="2000" i="0">
            <a:latin typeface="+mj-lt"/>
          </a:endParaRPr>
        </a:p>
      </dgm:t>
    </dgm:pt>
    <dgm:pt modelId="{BBE51986-1833-4AB1-90E7-2A9BA2377C42}">
      <dgm:prSet phldrT="[Text]" custT="1"/>
      <dgm:spPr/>
      <dgm:t>
        <a:bodyPr/>
        <a:lstStyle/>
        <a:p>
          <a:pPr>
            <a:buFont typeface="Wingdings" panose="05000000000000000000" pitchFamily="2" charset="2"/>
            <a:buNone/>
          </a:pPr>
          <a:r>
            <a:rPr lang="en-US" altLang="en-US" sz="2000" i="0" dirty="0">
              <a:latin typeface="+mj-lt"/>
              <a:cs typeface="Calibri" panose="020F0502020204030204" pitchFamily="34" charset="0"/>
            </a:rPr>
            <a:t>Ban </a:t>
          </a:r>
          <a:r>
            <a:rPr lang="en-US" altLang="en-US" sz="2000" i="0" dirty="0" err="1">
              <a:latin typeface="+mj-lt"/>
              <a:cs typeface="Calibri" panose="020F0502020204030204" pitchFamily="34" charset="0"/>
            </a:rPr>
            <a:t>hành</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pháp</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luật</a:t>
          </a:r>
          <a:endParaRPr lang="en-US" sz="2000" i="0" dirty="0">
            <a:latin typeface="+mj-lt"/>
            <a:cs typeface="Calibri" panose="020F0502020204030204" pitchFamily="34" charset="0"/>
          </a:endParaRPr>
        </a:p>
      </dgm:t>
    </dgm:pt>
    <dgm:pt modelId="{D6354A71-9085-4F61-A2A9-00CB81F2BDC0}" type="parTrans" cxnId="{87ABA062-A0AC-4D81-8018-6D1D4CA1248F}">
      <dgm:prSet/>
      <dgm:spPr/>
      <dgm:t>
        <a:bodyPr/>
        <a:lstStyle/>
        <a:p>
          <a:endParaRPr lang="en-US" sz="2000" i="0">
            <a:latin typeface="+mj-lt"/>
          </a:endParaRPr>
        </a:p>
      </dgm:t>
    </dgm:pt>
    <dgm:pt modelId="{519AB46E-265F-46F6-91CD-FC4AA10CBC4F}" type="sibTrans" cxnId="{87ABA062-A0AC-4D81-8018-6D1D4CA1248F}">
      <dgm:prSet/>
      <dgm:spPr/>
      <dgm:t>
        <a:bodyPr/>
        <a:lstStyle/>
        <a:p>
          <a:endParaRPr lang="en-US" sz="2000" i="0">
            <a:latin typeface="+mj-lt"/>
          </a:endParaRPr>
        </a:p>
      </dgm:t>
    </dgm:pt>
    <dgm:pt modelId="{559A800B-AB1F-4ECB-B2B3-D8242F82BA7C}">
      <dgm:prSet phldrT="[Text]" custT="1"/>
      <dgm:spPr/>
      <dgm:t>
        <a:bodyPr/>
        <a:lstStyle/>
        <a:p>
          <a:pPr>
            <a:buFont typeface="Wingdings" panose="05000000000000000000" pitchFamily="2" charset="2"/>
            <a:buNone/>
          </a:pPr>
          <a:r>
            <a:rPr lang="en-US" altLang="en-US" sz="2000" i="0" dirty="0" err="1">
              <a:latin typeface="+mj-lt"/>
              <a:cs typeface="Calibri" panose="020F0502020204030204" pitchFamily="34" charset="0"/>
            </a:rPr>
            <a:t>Phân</a:t>
          </a:r>
          <a:r>
            <a:rPr lang="en-US" altLang="en-US" sz="2000" i="0" dirty="0">
              <a:latin typeface="+mj-lt"/>
              <a:cs typeface="Calibri" panose="020F0502020204030204" pitchFamily="34" charset="0"/>
            </a:rPr>
            <a:t> chia </a:t>
          </a:r>
          <a:r>
            <a:rPr lang="en-US" altLang="en-US" sz="2000" i="0" dirty="0" err="1">
              <a:latin typeface="+mj-lt"/>
              <a:cs typeface="Calibri" panose="020F0502020204030204" pitchFamily="34" charset="0"/>
            </a:rPr>
            <a:t>dân</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cư</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thành</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các</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đơn</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vị</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hành</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chính</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lãnh</a:t>
          </a:r>
          <a:r>
            <a:rPr lang="en-US" altLang="en-US" sz="2000" i="0" dirty="0">
              <a:latin typeface="+mj-lt"/>
              <a:cs typeface="Calibri" panose="020F0502020204030204" pitchFamily="34" charset="0"/>
            </a:rPr>
            <a:t> </a:t>
          </a:r>
          <a:r>
            <a:rPr lang="en-US" altLang="en-US" sz="2000" i="0" dirty="0" err="1">
              <a:latin typeface="+mj-lt"/>
              <a:cs typeface="Calibri" panose="020F0502020204030204" pitchFamily="34" charset="0"/>
            </a:rPr>
            <a:t>thổ</a:t>
          </a:r>
          <a:endParaRPr lang="en-US" sz="2000" i="0" dirty="0">
            <a:latin typeface="+mj-lt"/>
            <a:cs typeface="Calibri" panose="020F0502020204030204" pitchFamily="34" charset="0"/>
          </a:endParaRPr>
        </a:p>
      </dgm:t>
    </dgm:pt>
    <dgm:pt modelId="{F5CBAD45-2350-44E5-92BC-245FB4BEF59F}" type="parTrans" cxnId="{B292562C-F049-4FF5-9BB9-CFEDA413BD19}">
      <dgm:prSet/>
      <dgm:spPr/>
      <dgm:t>
        <a:bodyPr/>
        <a:lstStyle/>
        <a:p>
          <a:endParaRPr lang="en-US" sz="2000" i="0">
            <a:latin typeface="+mj-lt"/>
          </a:endParaRPr>
        </a:p>
      </dgm:t>
    </dgm:pt>
    <dgm:pt modelId="{7229D200-3391-41FC-8939-6333CE7C83C2}" type="sibTrans" cxnId="{B292562C-F049-4FF5-9BB9-CFEDA413BD19}">
      <dgm:prSet/>
      <dgm:spPr/>
      <dgm:t>
        <a:bodyPr/>
        <a:lstStyle/>
        <a:p>
          <a:endParaRPr lang="en-US" sz="2000" i="0">
            <a:latin typeface="+mj-lt"/>
          </a:endParaRPr>
        </a:p>
      </dgm:t>
    </dgm:pt>
    <dgm:pt modelId="{AAB63215-47E3-48DF-A06D-44F0F3F7D353}" type="pres">
      <dgm:prSet presAssocID="{A231889A-FC21-423F-B587-93822EB185C5}" presName="cycle" presStyleCnt="0">
        <dgm:presLayoutVars>
          <dgm:dir/>
          <dgm:resizeHandles val="exact"/>
        </dgm:presLayoutVars>
      </dgm:prSet>
      <dgm:spPr/>
    </dgm:pt>
    <dgm:pt modelId="{A4F4C04A-8257-4871-B61B-347740C9825D}" type="pres">
      <dgm:prSet presAssocID="{9E02EDFE-734D-4A65-B7A9-A3544CE111A8}" presName="node" presStyleLbl="node1" presStyleIdx="0" presStyleCnt="5" custScaleX="133337" custRadScaleRad="104672" custRadScaleInc="0">
        <dgm:presLayoutVars>
          <dgm:bulletEnabled val="1"/>
        </dgm:presLayoutVars>
      </dgm:prSet>
      <dgm:spPr/>
    </dgm:pt>
    <dgm:pt modelId="{97362F24-4243-4D07-9885-DF288538C064}" type="pres">
      <dgm:prSet presAssocID="{9E02EDFE-734D-4A65-B7A9-A3544CE111A8}" presName="spNode" presStyleCnt="0"/>
      <dgm:spPr/>
    </dgm:pt>
    <dgm:pt modelId="{8BFA8976-F19D-4486-8F68-CD490FCD3BD5}" type="pres">
      <dgm:prSet presAssocID="{9410348D-3B45-4D18-99A2-1174538AE53A}" presName="sibTrans" presStyleLbl="sibTrans1D1" presStyleIdx="0" presStyleCnt="5"/>
      <dgm:spPr/>
    </dgm:pt>
    <dgm:pt modelId="{4E1AED0D-7D9C-401A-9EB6-C90AF35224EA}" type="pres">
      <dgm:prSet presAssocID="{4A07AC3E-E264-4724-9CA9-76E66429C81B}" presName="node" presStyleLbl="node1" presStyleIdx="1" presStyleCnt="5" custScaleX="127948">
        <dgm:presLayoutVars>
          <dgm:bulletEnabled val="1"/>
        </dgm:presLayoutVars>
      </dgm:prSet>
      <dgm:spPr/>
    </dgm:pt>
    <dgm:pt modelId="{AB26E348-0A9A-4FD5-8F1C-CF9E196D8C49}" type="pres">
      <dgm:prSet presAssocID="{4A07AC3E-E264-4724-9CA9-76E66429C81B}" presName="spNode" presStyleCnt="0"/>
      <dgm:spPr/>
    </dgm:pt>
    <dgm:pt modelId="{138024D1-6E3D-444A-9ECD-A424572EC456}" type="pres">
      <dgm:prSet presAssocID="{3DF500B2-2123-43FF-9E35-F3B3DD2763E9}" presName="sibTrans" presStyleLbl="sibTrans1D1" presStyleIdx="1" presStyleCnt="5"/>
      <dgm:spPr/>
    </dgm:pt>
    <dgm:pt modelId="{F7EFE23A-79E6-4980-9BE7-E18F812CAFD0}" type="pres">
      <dgm:prSet presAssocID="{F8397150-84AE-499B-B08E-0EB0C8A6D4FC}" presName="node" presStyleLbl="node1" presStyleIdx="2" presStyleCnt="5" custScaleX="118811">
        <dgm:presLayoutVars>
          <dgm:bulletEnabled val="1"/>
        </dgm:presLayoutVars>
      </dgm:prSet>
      <dgm:spPr/>
    </dgm:pt>
    <dgm:pt modelId="{215D7F2B-0F5B-4475-8D64-7BE36D129401}" type="pres">
      <dgm:prSet presAssocID="{F8397150-84AE-499B-B08E-0EB0C8A6D4FC}" presName="spNode" presStyleCnt="0"/>
      <dgm:spPr/>
    </dgm:pt>
    <dgm:pt modelId="{BD24C27B-8DA6-48A0-9903-2785F03A0FA2}" type="pres">
      <dgm:prSet presAssocID="{934C27C2-948D-4285-BD72-480DBD15EB9F}" presName="sibTrans" presStyleLbl="sibTrans1D1" presStyleIdx="2" presStyleCnt="5"/>
      <dgm:spPr/>
    </dgm:pt>
    <dgm:pt modelId="{B39ACD47-7E21-44CF-891A-E1600D1572A6}" type="pres">
      <dgm:prSet presAssocID="{BBE51986-1833-4AB1-90E7-2A9BA2377C42}" presName="node" presStyleLbl="node1" presStyleIdx="3" presStyleCnt="5" custScaleX="122835">
        <dgm:presLayoutVars>
          <dgm:bulletEnabled val="1"/>
        </dgm:presLayoutVars>
      </dgm:prSet>
      <dgm:spPr/>
    </dgm:pt>
    <dgm:pt modelId="{624CD954-08D0-4232-B42D-6432C0E1879A}" type="pres">
      <dgm:prSet presAssocID="{BBE51986-1833-4AB1-90E7-2A9BA2377C42}" presName="spNode" presStyleCnt="0"/>
      <dgm:spPr/>
    </dgm:pt>
    <dgm:pt modelId="{9228075B-4608-4D2C-83AA-5DB01BDC6AAC}" type="pres">
      <dgm:prSet presAssocID="{519AB46E-265F-46F6-91CD-FC4AA10CBC4F}" presName="sibTrans" presStyleLbl="sibTrans1D1" presStyleIdx="3" presStyleCnt="5"/>
      <dgm:spPr/>
    </dgm:pt>
    <dgm:pt modelId="{B3D55C4B-21D9-428A-88D8-812C737CFED9}" type="pres">
      <dgm:prSet presAssocID="{559A800B-AB1F-4ECB-B2B3-D8242F82BA7C}" presName="node" presStyleLbl="node1" presStyleIdx="4" presStyleCnt="5" custScaleX="143592">
        <dgm:presLayoutVars>
          <dgm:bulletEnabled val="1"/>
        </dgm:presLayoutVars>
      </dgm:prSet>
      <dgm:spPr/>
    </dgm:pt>
    <dgm:pt modelId="{39A2AC9C-6CD9-44E8-AA95-6A0FD76471E3}" type="pres">
      <dgm:prSet presAssocID="{559A800B-AB1F-4ECB-B2B3-D8242F82BA7C}" presName="spNode" presStyleCnt="0"/>
      <dgm:spPr/>
    </dgm:pt>
    <dgm:pt modelId="{945E7E0A-4A01-462F-B850-221368D41ADF}" type="pres">
      <dgm:prSet presAssocID="{7229D200-3391-41FC-8939-6333CE7C83C2}" presName="sibTrans" presStyleLbl="sibTrans1D1" presStyleIdx="4" presStyleCnt="5"/>
      <dgm:spPr/>
    </dgm:pt>
  </dgm:ptLst>
  <dgm:cxnLst>
    <dgm:cxn modelId="{6A868310-FDAA-4302-A6E4-01BFC3F2F63E}" type="presOf" srcId="{934C27C2-948D-4285-BD72-480DBD15EB9F}" destId="{BD24C27B-8DA6-48A0-9903-2785F03A0FA2}" srcOrd="0" destOrd="0" presId="urn:microsoft.com/office/officeart/2005/8/layout/cycle6"/>
    <dgm:cxn modelId="{B292562C-F049-4FF5-9BB9-CFEDA413BD19}" srcId="{A231889A-FC21-423F-B587-93822EB185C5}" destId="{559A800B-AB1F-4ECB-B2B3-D8242F82BA7C}" srcOrd="4" destOrd="0" parTransId="{F5CBAD45-2350-44E5-92BC-245FB4BEF59F}" sibTransId="{7229D200-3391-41FC-8939-6333CE7C83C2}"/>
    <dgm:cxn modelId="{616F5D3F-A175-4BA5-ADE4-FD9095391C1F}" type="presOf" srcId="{559A800B-AB1F-4ECB-B2B3-D8242F82BA7C}" destId="{B3D55C4B-21D9-428A-88D8-812C737CFED9}" srcOrd="0" destOrd="0" presId="urn:microsoft.com/office/officeart/2005/8/layout/cycle6"/>
    <dgm:cxn modelId="{87ABA062-A0AC-4D81-8018-6D1D4CA1248F}" srcId="{A231889A-FC21-423F-B587-93822EB185C5}" destId="{BBE51986-1833-4AB1-90E7-2A9BA2377C42}" srcOrd="3" destOrd="0" parTransId="{D6354A71-9085-4F61-A2A9-00CB81F2BDC0}" sibTransId="{519AB46E-265F-46F6-91CD-FC4AA10CBC4F}"/>
    <dgm:cxn modelId="{B4746049-517B-4A12-8A18-F171EF2DB0A4}" type="presOf" srcId="{9410348D-3B45-4D18-99A2-1174538AE53A}" destId="{8BFA8976-F19D-4486-8F68-CD490FCD3BD5}" srcOrd="0" destOrd="0" presId="urn:microsoft.com/office/officeart/2005/8/layout/cycle6"/>
    <dgm:cxn modelId="{8717CC6E-BD9C-4B5F-A65A-DF5FDD24376F}" type="presOf" srcId="{519AB46E-265F-46F6-91CD-FC4AA10CBC4F}" destId="{9228075B-4608-4D2C-83AA-5DB01BDC6AAC}" srcOrd="0" destOrd="0" presId="urn:microsoft.com/office/officeart/2005/8/layout/cycle6"/>
    <dgm:cxn modelId="{FC823851-4331-4908-8F2E-D2DE1593E085}" type="presOf" srcId="{BBE51986-1833-4AB1-90E7-2A9BA2377C42}" destId="{B39ACD47-7E21-44CF-891A-E1600D1572A6}" srcOrd="0" destOrd="0" presId="urn:microsoft.com/office/officeart/2005/8/layout/cycle6"/>
    <dgm:cxn modelId="{DCDFFF88-B864-41E0-9FF6-C9C2EDE1D581}" type="presOf" srcId="{3DF500B2-2123-43FF-9E35-F3B3DD2763E9}" destId="{138024D1-6E3D-444A-9ECD-A424572EC456}" srcOrd="0" destOrd="0" presId="urn:microsoft.com/office/officeart/2005/8/layout/cycle6"/>
    <dgm:cxn modelId="{A222518B-1C0A-45A4-89D7-EB5A3548ABFC}" srcId="{A231889A-FC21-423F-B587-93822EB185C5}" destId="{9E02EDFE-734D-4A65-B7A9-A3544CE111A8}" srcOrd="0" destOrd="0" parTransId="{49C11EF5-BABC-41F4-83C2-B0B7D97AB2CE}" sibTransId="{9410348D-3B45-4D18-99A2-1174538AE53A}"/>
    <dgm:cxn modelId="{9FBAD093-3065-4F86-9B24-16F00CE2B444}" type="presOf" srcId="{9E02EDFE-734D-4A65-B7A9-A3544CE111A8}" destId="{A4F4C04A-8257-4871-B61B-347740C9825D}" srcOrd="0" destOrd="0" presId="urn:microsoft.com/office/officeart/2005/8/layout/cycle6"/>
    <dgm:cxn modelId="{1E93BEA1-FEF9-4C40-ADDD-8C49B3FF8DE7}" type="presOf" srcId="{A231889A-FC21-423F-B587-93822EB185C5}" destId="{AAB63215-47E3-48DF-A06D-44F0F3F7D353}" srcOrd="0" destOrd="0" presId="urn:microsoft.com/office/officeart/2005/8/layout/cycle6"/>
    <dgm:cxn modelId="{12BB71A5-13C1-465B-B704-DFA9C9A94D3D}" type="presOf" srcId="{4A07AC3E-E264-4724-9CA9-76E66429C81B}" destId="{4E1AED0D-7D9C-401A-9EB6-C90AF35224EA}" srcOrd="0" destOrd="0" presId="urn:microsoft.com/office/officeart/2005/8/layout/cycle6"/>
    <dgm:cxn modelId="{6E518AC0-59CB-48CE-86AF-5792D5EF0514}" type="presOf" srcId="{7229D200-3391-41FC-8939-6333CE7C83C2}" destId="{945E7E0A-4A01-462F-B850-221368D41ADF}" srcOrd="0" destOrd="0" presId="urn:microsoft.com/office/officeart/2005/8/layout/cycle6"/>
    <dgm:cxn modelId="{1037C8CB-D452-4F7C-A031-6B61397512AC}" srcId="{A231889A-FC21-423F-B587-93822EB185C5}" destId="{4A07AC3E-E264-4724-9CA9-76E66429C81B}" srcOrd="1" destOrd="0" parTransId="{613A40CD-C85A-43C6-BFD3-EA552B10E410}" sibTransId="{3DF500B2-2123-43FF-9E35-F3B3DD2763E9}"/>
    <dgm:cxn modelId="{8C6FCBDF-91B1-46C9-9402-E75C2130E97E}" srcId="{A231889A-FC21-423F-B587-93822EB185C5}" destId="{F8397150-84AE-499B-B08E-0EB0C8A6D4FC}" srcOrd="2" destOrd="0" parTransId="{E236189C-7408-4CCC-A0B1-7B92AC3E5E05}" sibTransId="{934C27C2-948D-4285-BD72-480DBD15EB9F}"/>
    <dgm:cxn modelId="{286A6FF9-4977-4DBB-A9C5-D09119912C51}" type="presOf" srcId="{F8397150-84AE-499B-B08E-0EB0C8A6D4FC}" destId="{F7EFE23A-79E6-4980-9BE7-E18F812CAFD0}" srcOrd="0" destOrd="0" presId="urn:microsoft.com/office/officeart/2005/8/layout/cycle6"/>
    <dgm:cxn modelId="{0EC988C7-9338-4271-9914-E81D54E285DA}" type="presParOf" srcId="{AAB63215-47E3-48DF-A06D-44F0F3F7D353}" destId="{A4F4C04A-8257-4871-B61B-347740C9825D}" srcOrd="0" destOrd="0" presId="urn:microsoft.com/office/officeart/2005/8/layout/cycle6"/>
    <dgm:cxn modelId="{F45AAF7B-181F-44B6-973A-17D2CAD231E7}" type="presParOf" srcId="{AAB63215-47E3-48DF-A06D-44F0F3F7D353}" destId="{97362F24-4243-4D07-9885-DF288538C064}" srcOrd="1" destOrd="0" presId="urn:microsoft.com/office/officeart/2005/8/layout/cycle6"/>
    <dgm:cxn modelId="{D049EB02-92F7-4E3D-96C1-3D76D01AF765}" type="presParOf" srcId="{AAB63215-47E3-48DF-A06D-44F0F3F7D353}" destId="{8BFA8976-F19D-4486-8F68-CD490FCD3BD5}" srcOrd="2" destOrd="0" presId="urn:microsoft.com/office/officeart/2005/8/layout/cycle6"/>
    <dgm:cxn modelId="{A971F9A0-848E-42E9-9CEA-89FA7AF97DBD}" type="presParOf" srcId="{AAB63215-47E3-48DF-A06D-44F0F3F7D353}" destId="{4E1AED0D-7D9C-401A-9EB6-C90AF35224EA}" srcOrd="3" destOrd="0" presId="urn:microsoft.com/office/officeart/2005/8/layout/cycle6"/>
    <dgm:cxn modelId="{2DC7DB90-62B9-4147-BE14-AF51E984E172}" type="presParOf" srcId="{AAB63215-47E3-48DF-A06D-44F0F3F7D353}" destId="{AB26E348-0A9A-4FD5-8F1C-CF9E196D8C49}" srcOrd="4" destOrd="0" presId="urn:microsoft.com/office/officeart/2005/8/layout/cycle6"/>
    <dgm:cxn modelId="{A982A58C-109B-42AF-9F18-AECBD973F6CB}" type="presParOf" srcId="{AAB63215-47E3-48DF-A06D-44F0F3F7D353}" destId="{138024D1-6E3D-444A-9ECD-A424572EC456}" srcOrd="5" destOrd="0" presId="urn:microsoft.com/office/officeart/2005/8/layout/cycle6"/>
    <dgm:cxn modelId="{38DA11A1-9699-40C3-AF29-04ACF27A7B1F}" type="presParOf" srcId="{AAB63215-47E3-48DF-A06D-44F0F3F7D353}" destId="{F7EFE23A-79E6-4980-9BE7-E18F812CAFD0}" srcOrd="6" destOrd="0" presId="urn:microsoft.com/office/officeart/2005/8/layout/cycle6"/>
    <dgm:cxn modelId="{08642EBF-F6B2-4F00-980F-A69EA04532D3}" type="presParOf" srcId="{AAB63215-47E3-48DF-A06D-44F0F3F7D353}" destId="{215D7F2B-0F5B-4475-8D64-7BE36D129401}" srcOrd="7" destOrd="0" presId="urn:microsoft.com/office/officeart/2005/8/layout/cycle6"/>
    <dgm:cxn modelId="{FB99AECA-C5FB-46E1-8D99-600AA7573397}" type="presParOf" srcId="{AAB63215-47E3-48DF-A06D-44F0F3F7D353}" destId="{BD24C27B-8DA6-48A0-9903-2785F03A0FA2}" srcOrd="8" destOrd="0" presId="urn:microsoft.com/office/officeart/2005/8/layout/cycle6"/>
    <dgm:cxn modelId="{4FF073B8-2CD8-492E-9003-B0225D859835}" type="presParOf" srcId="{AAB63215-47E3-48DF-A06D-44F0F3F7D353}" destId="{B39ACD47-7E21-44CF-891A-E1600D1572A6}" srcOrd="9" destOrd="0" presId="urn:microsoft.com/office/officeart/2005/8/layout/cycle6"/>
    <dgm:cxn modelId="{54F903E8-994C-44F9-AD12-C9F54AE00225}" type="presParOf" srcId="{AAB63215-47E3-48DF-A06D-44F0F3F7D353}" destId="{624CD954-08D0-4232-B42D-6432C0E1879A}" srcOrd="10" destOrd="0" presId="urn:microsoft.com/office/officeart/2005/8/layout/cycle6"/>
    <dgm:cxn modelId="{90B6C275-EA43-44E8-BD6D-00931BA1FEDA}" type="presParOf" srcId="{AAB63215-47E3-48DF-A06D-44F0F3F7D353}" destId="{9228075B-4608-4D2C-83AA-5DB01BDC6AAC}" srcOrd="11" destOrd="0" presId="urn:microsoft.com/office/officeart/2005/8/layout/cycle6"/>
    <dgm:cxn modelId="{3959DA3A-867B-488D-955B-7EC127227CBF}" type="presParOf" srcId="{AAB63215-47E3-48DF-A06D-44F0F3F7D353}" destId="{B3D55C4B-21D9-428A-88D8-812C737CFED9}" srcOrd="12" destOrd="0" presId="urn:microsoft.com/office/officeart/2005/8/layout/cycle6"/>
    <dgm:cxn modelId="{807CE009-ED9A-49EB-BA2B-80883CA9E6E4}" type="presParOf" srcId="{AAB63215-47E3-48DF-A06D-44F0F3F7D353}" destId="{39A2AC9C-6CD9-44E8-AA95-6A0FD76471E3}" srcOrd="13" destOrd="0" presId="urn:microsoft.com/office/officeart/2005/8/layout/cycle6"/>
    <dgm:cxn modelId="{B0FD5F1E-DB4C-430A-B569-08223D4655B1}" type="presParOf" srcId="{AAB63215-47E3-48DF-A06D-44F0F3F7D353}" destId="{945E7E0A-4A01-462F-B850-221368D41ADF}"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C16CF7-A0D8-48DF-BC8D-90C231577FD3}"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endParaRPr lang="en-US"/>
        </a:p>
      </dgm:t>
    </dgm:pt>
    <dgm:pt modelId="{729A6615-99FD-4282-B965-41814A267254}">
      <dgm:prSet phldrT="[Text]" custT="1"/>
      <dgm:spPr>
        <a:solidFill>
          <a:srgbClr val="CC9900"/>
        </a:solidFill>
      </dgm:spPr>
      <dgm:t>
        <a:bodyPr/>
        <a:lstStyle/>
        <a:p>
          <a:r>
            <a:rPr lang="en-US" sz="3000" dirty="0" err="1">
              <a:latin typeface="Calibri" panose="020F0502020204030204" pitchFamily="34" charset="0"/>
              <a:cs typeface="Calibri" panose="020F0502020204030204" pitchFamily="34" charset="0"/>
            </a:rPr>
            <a:t>Hình</a:t>
          </a:r>
          <a:r>
            <a:rPr lang="en-US" sz="3000" dirty="0">
              <a:latin typeface="Calibri" panose="020F0502020204030204" pitchFamily="34" charset="0"/>
              <a:cs typeface="Calibri" panose="020F0502020204030204" pitchFamily="34" charset="0"/>
            </a:rPr>
            <a:t> </a:t>
          </a:r>
          <a:r>
            <a:rPr lang="en-US" sz="3000" dirty="0" err="1">
              <a:latin typeface="Calibri" panose="020F0502020204030204" pitchFamily="34" charset="0"/>
              <a:cs typeface="Calibri" panose="020F0502020204030204" pitchFamily="34" charset="0"/>
            </a:rPr>
            <a:t>thức</a:t>
          </a:r>
          <a:endParaRPr lang="en-US" sz="3000" dirty="0">
            <a:latin typeface="Calibri" panose="020F0502020204030204" pitchFamily="34" charset="0"/>
            <a:cs typeface="Calibri" panose="020F0502020204030204" pitchFamily="34" charset="0"/>
          </a:endParaRPr>
        </a:p>
      </dgm:t>
    </dgm:pt>
    <dgm:pt modelId="{2E37E76F-6BC7-4A56-B4EA-22B48D091D6D}" type="parTrans" cxnId="{F2B615AC-5F73-4BD3-84FF-657236DB9146}">
      <dgm:prSet/>
      <dgm:spPr/>
      <dgm:t>
        <a:bodyPr/>
        <a:lstStyle/>
        <a:p>
          <a:endParaRPr lang="en-US">
            <a:latin typeface="Calibri" panose="020F0502020204030204" pitchFamily="34" charset="0"/>
            <a:cs typeface="Calibri" panose="020F0502020204030204" pitchFamily="34" charset="0"/>
          </a:endParaRPr>
        </a:p>
      </dgm:t>
    </dgm:pt>
    <dgm:pt modelId="{78F0320E-30B1-4041-A1E7-0C9C6CCE321E}" type="sibTrans" cxnId="{F2B615AC-5F73-4BD3-84FF-657236DB9146}">
      <dgm:prSet/>
      <dgm:spPr/>
      <dgm:t>
        <a:bodyPr/>
        <a:lstStyle/>
        <a:p>
          <a:endParaRPr lang="en-US">
            <a:latin typeface="Calibri" panose="020F0502020204030204" pitchFamily="34" charset="0"/>
            <a:cs typeface="Calibri" panose="020F0502020204030204" pitchFamily="34" charset="0"/>
          </a:endParaRPr>
        </a:p>
      </dgm:t>
    </dgm:pt>
    <dgm:pt modelId="{7EF6003D-A0B1-4981-B111-BE73E74E8F1A}">
      <dgm:prSet phldrT="[Text]" custT="1"/>
      <dgm:spPr>
        <a:solidFill>
          <a:schemeClr val="bg2">
            <a:lumMod val="40000"/>
            <a:lumOff val="60000"/>
          </a:schemeClr>
        </a:solidFill>
      </dgm:spPr>
      <dgm:t>
        <a:bodyPr/>
        <a:lstStyle/>
        <a:p>
          <a:r>
            <a:rPr lang="en-US" sz="2600" dirty="0" err="1">
              <a:latin typeface="Calibri" panose="020F0502020204030204" pitchFamily="34" charset="0"/>
              <a:cs typeface="Calibri" panose="020F0502020204030204" pitchFamily="34" charset="0"/>
            </a:rPr>
            <a:t>Chính</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thể</a:t>
          </a:r>
          <a:endParaRPr lang="en-US" sz="2600" dirty="0">
            <a:latin typeface="Calibri" panose="020F0502020204030204" pitchFamily="34" charset="0"/>
            <a:cs typeface="Calibri" panose="020F0502020204030204" pitchFamily="34" charset="0"/>
          </a:endParaRPr>
        </a:p>
      </dgm:t>
    </dgm:pt>
    <dgm:pt modelId="{ADCF23D3-65A1-4B80-A18F-D22C13FC851C}" type="parTrans" cxnId="{A5D40208-2122-40BF-BD1C-B7451DB4C2CA}">
      <dgm:prSet/>
      <dgm:spPr/>
      <dgm:t>
        <a:bodyPr/>
        <a:lstStyle/>
        <a:p>
          <a:endParaRPr lang="en-US">
            <a:latin typeface="Calibri" panose="020F0502020204030204" pitchFamily="34" charset="0"/>
            <a:cs typeface="Calibri" panose="020F0502020204030204" pitchFamily="34" charset="0"/>
          </a:endParaRPr>
        </a:p>
      </dgm:t>
    </dgm:pt>
    <dgm:pt modelId="{C9D4306D-6726-4E13-A08B-58B49C1F52B2}" type="sibTrans" cxnId="{A5D40208-2122-40BF-BD1C-B7451DB4C2CA}">
      <dgm:prSet/>
      <dgm:spPr/>
      <dgm:t>
        <a:bodyPr/>
        <a:lstStyle/>
        <a:p>
          <a:endParaRPr lang="en-US">
            <a:latin typeface="Calibri" panose="020F0502020204030204" pitchFamily="34" charset="0"/>
            <a:cs typeface="Calibri" panose="020F0502020204030204" pitchFamily="34" charset="0"/>
          </a:endParaRPr>
        </a:p>
      </dgm:t>
    </dgm:pt>
    <dgm:pt modelId="{EAEE85D7-0103-437D-B5C2-9B1D72DFFE50}">
      <dgm:prSet phldrT="[Text]" custT="1"/>
      <dgm:spPr>
        <a:solidFill>
          <a:srgbClr val="5DAF6B"/>
        </a:solidFill>
      </dgm:spPr>
      <dgm:t>
        <a:bodyPr/>
        <a:lstStyle/>
        <a:p>
          <a:r>
            <a:rPr lang="en-US" sz="2600" dirty="0" err="1">
              <a:latin typeface="Calibri" panose="020F0502020204030204" pitchFamily="34" charset="0"/>
              <a:cs typeface="Calibri" panose="020F0502020204030204" pitchFamily="34" charset="0"/>
            </a:rPr>
            <a:t>Cấu</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trúc</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lãnh</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thổ</a:t>
          </a:r>
          <a:endParaRPr lang="en-US" sz="2600" dirty="0">
            <a:latin typeface="Calibri" panose="020F0502020204030204" pitchFamily="34" charset="0"/>
            <a:cs typeface="Calibri" panose="020F0502020204030204" pitchFamily="34" charset="0"/>
          </a:endParaRPr>
        </a:p>
      </dgm:t>
    </dgm:pt>
    <dgm:pt modelId="{ADA18DB9-FEA0-44C7-BFE7-008256DD4335}" type="parTrans" cxnId="{6DC3B050-D900-4C20-9F31-00D2193C6488}">
      <dgm:prSet/>
      <dgm:spPr/>
      <dgm:t>
        <a:bodyPr/>
        <a:lstStyle/>
        <a:p>
          <a:endParaRPr lang="en-US">
            <a:latin typeface="Calibri" panose="020F0502020204030204" pitchFamily="34" charset="0"/>
            <a:cs typeface="Calibri" panose="020F0502020204030204" pitchFamily="34" charset="0"/>
          </a:endParaRPr>
        </a:p>
      </dgm:t>
    </dgm:pt>
    <dgm:pt modelId="{F08547B1-0F34-4ADC-A212-7DACC42227F4}" type="sibTrans" cxnId="{6DC3B050-D900-4C20-9F31-00D2193C6488}">
      <dgm:prSet/>
      <dgm:spPr/>
      <dgm:t>
        <a:bodyPr/>
        <a:lstStyle/>
        <a:p>
          <a:endParaRPr lang="en-US">
            <a:latin typeface="Calibri" panose="020F0502020204030204" pitchFamily="34" charset="0"/>
            <a:cs typeface="Calibri" panose="020F0502020204030204" pitchFamily="34" charset="0"/>
          </a:endParaRPr>
        </a:p>
      </dgm:t>
    </dgm:pt>
    <dgm:pt modelId="{D00F5BD9-DA9A-4A01-BC73-306DB4D63961}">
      <dgm:prSet phldrT="[Text]" custT="1"/>
      <dgm:spPr>
        <a:solidFill>
          <a:schemeClr val="tx2">
            <a:lumMod val="50000"/>
          </a:schemeClr>
        </a:solidFill>
      </dgm:spPr>
      <dgm:t>
        <a:bodyPr/>
        <a:lstStyle/>
        <a:p>
          <a:r>
            <a:rPr lang="en-US" sz="2600" dirty="0" err="1">
              <a:latin typeface="Calibri" panose="020F0502020204030204" pitchFamily="34" charset="0"/>
              <a:cs typeface="Calibri" panose="020F0502020204030204" pitchFamily="34" charset="0"/>
            </a:rPr>
            <a:t>Chế</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độ</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chính</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trị</a:t>
          </a:r>
          <a:endParaRPr lang="en-US" sz="2600" dirty="0">
            <a:latin typeface="Calibri" panose="020F0502020204030204" pitchFamily="34" charset="0"/>
            <a:cs typeface="Calibri" panose="020F0502020204030204" pitchFamily="34" charset="0"/>
          </a:endParaRPr>
        </a:p>
      </dgm:t>
    </dgm:pt>
    <dgm:pt modelId="{B4647C29-1F5E-4AC6-8BA5-3B345D34F093}" type="parTrans" cxnId="{63DB675F-08D9-419B-A652-09FB66AFE087}">
      <dgm:prSet/>
      <dgm:spPr/>
      <dgm:t>
        <a:bodyPr/>
        <a:lstStyle/>
        <a:p>
          <a:endParaRPr lang="en-US">
            <a:latin typeface="Calibri" panose="020F0502020204030204" pitchFamily="34" charset="0"/>
            <a:cs typeface="Calibri" panose="020F0502020204030204" pitchFamily="34" charset="0"/>
          </a:endParaRPr>
        </a:p>
      </dgm:t>
    </dgm:pt>
    <dgm:pt modelId="{7C042D03-AA20-4415-A85D-26A24FE379AF}" type="sibTrans" cxnId="{63DB675F-08D9-419B-A652-09FB66AFE087}">
      <dgm:prSet/>
      <dgm:spPr/>
      <dgm:t>
        <a:bodyPr/>
        <a:lstStyle/>
        <a:p>
          <a:endParaRPr lang="en-US">
            <a:latin typeface="Calibri" panose="020F0502020204030204" pitchFamily="34" charset="0"/>
            <a:cs typeface="Calibri" panose="020F0502020204030204" pitchFamily="34" charset="0"/>
          </a:endParaRPr>
        </a:p>
      </dgm:t>
    </dgm:pt>
    <dgm:pt modelId="{A82B6A36-D2F1-4596-8BDE-ECCBBFF70503}" type="pres">
      <dgm:prSet presAssocID="{4FC16CF7-A0D8-48DF-BC8D-90C231577FD3}" presName="hierChild1" presStyleCnt="0">
        <dgm:presLayoutVars>
          <dgm:orgChart val="1"/>
          <dgm:chPref val="1"/>
          <dgm:dir/>
          <dgm:animOne val="branch"/>
          <dgm:animLvl val="lvl"/>
          <dgm:resizeHandles/>
        </dgm:presLayoutVars>
      </dgm:prSet>
      <dgm:spPr/>
    </dgm:pt>
    <dgm:pt modelId="{0B8FF921-945B-4A44-8A77-EBF366E61EE6}" type="pres">
      <dgm:prSet presAssocID="{729A6615-99FD-4282-B965-41814A267254}" presName="hierRoot1" presStyleCnt="0">
        <dgm:presLayoutVars>
          <dgm:hierBranch val="init"/>
        </dgm:presLayoutVars>
      </dgm:prSet>
      <dgm:spPr/>
    </dgm:pt>
    <dgm:pt modelId="{109FE98A-4CE5-4494-91C5-1C2FFC439456}" type="pres">
      <dgm:prSet presAssocID="{729A6615-99FD-4282-B965-41814A267254}" presName="rootComposite1" presStyleCnt="0"/>
      <dgm:spPr/>
    </dgm:pt>
    <dgm:pt modelId="{B731BB98-98F0-478F-80DB-7E537DE32F73}" type="pres">
      <dgm:prSet presAssocID="{729A6615-99FD-4282-B965-41814A267254}" presName="rootText1" presStyleLbl="node0" presStyleIdx="0" presStyleCnt="1">
        <dgm:presLayoutVars>
          <dgm:chPref val="3"/>
        </dgm:presLayoutVars>
      </dgm:prSet>
      <dgm:spPr/>
    </dgm:pt>
    <dgm:pt modelId="{D3D35D7E-B89C-43D8-8DCC-07466E626F34}" type="pres">
      <dgm:prSet presAssocID="{729A6615-99FD-4282-B965-41814A267254}" presName="rootConnector1" presStyleLbl="node1" presStyleIdx="0" presStyleCnt="0"/>
      <dgm:spPr/>
    </dgm:pt>
    <dgm:pt modelId="{E3E7BE0A-B6A3-40DB-A63D-2A17A28B5F5F}" type="pres">
      <dgm:prSet presAssocID="{729A6615-99FD-4282-B965-41814A267254}" presName="hierChild2" presStyleCnt="0"/>
      <dgm:spPr/>
    </dgm:pt>
    <dgm:pt modelId="{06184850-758A-4AA1-A79F-CCC22CEC8FF4}" type="pres">
      <dgm:prSet presAssocID="{ADCF23D3-65A1-4B80-A18F-D22C13FC851C}" presName="Name37" presStyleLbl="parChTrans1D2" presStyleIdx="0" presStyleCnt="3"/>
      <dgm:spPr/>
    </dgm:pt>
    <dgm:pt modelId="{B44F178E-8D00-42F3-A54D-E5A6988BFE56}" type="pres">
      <dgm:prSet presAssocID="{7EF6003D-A0B1-4981-B111-BE73E74E8F1A}" presName="hierRoot2" presStyleCnt="0">
        <dgm:presLayoutVars>
          <dgm:hierBranch val="init"/>
        </dgm:presLayoutVars>
      </dgm:prSet>
      <dgm:spPr/>
    </dgm:pt>
    <dgm:pt modelId="{E5F6ABD0-4166-4042-BB79-D0432A7D32C0}" type="pres">
      <dgm:prSet presAssocID="{7EF6003D-A0B1-4981-B111-BE73E74E8F1A}" presName="rootComposite" presStyleCnt="0"/>
      <dgm:spPr/>
    </dgm:pt>
    <dgm:pt modelId="{53435C57-E04E-4B9D-82EF-EAC5250AD072}" type="pres">
      <dgm:prSet presAssocID="{7EF6003D-A0B1-4981-B111-BE73E74E8F1A}" presName="rootText" presStyleLbl="node2" presStyleIdx="0" presStyleCnt="3">
        <dgm:presLayoutVars>
          <dgm:chPref val="3"/>
        </dgm:presLayoutVars>
      </dgm:prSet>
      <dgm:spPr/>
    </dgm:pt>
    <dgm:pt modelId="{D4AE777C-F79B-4086-99CC-0B60D839DF1F}" type="pres">
      <dgm:prSet presAssocID="{7EF6003D-A0B1-4981-B111-BE73E74E8F1A}" presName="rootConnector" presStyleLbl="node2" presStyleIdx="0" presStyleCnt="3"/>
      <dgm:spPr/>
    </dgm:pt>
    <dgm:pt modelId="{5B0E2D2F-6F4C-4D6E-BA5C-AABEAAC6B628}" type="pres">
      <dgm:prSet presAssocID="{7EF6003D-A0B1-4981-B111-BE73E74E8F1A}" presName="hierChild4" presStyleCnt="0"/>
      <dgm:spPr/>
    </dgm:pt>
    <dgm:pt modelId="{54093917-F600-40BC-96EA-38DEF2AA842A}" type="pres">
      <dgm:prSet presAssocID="{7EF6003D-A0B1-4981-B111-BE73E74E8F1A}" presName="hierChild5" presStyleCnt="0"/>
      <dgm:spPr/>
    </dgm:pt>
    <dgm:pt modelId="{923A580F-96C8-438C-BD04-40103B021D42}" type="pres">
      <dgm:prSet presAssocID="{ADA18DB9-FEA0-44C7-BFE7-008256DD4335}" presName="Name37" presStyleLbl="parChTrans1D2" presStyleIdx="1" presStyleCnt="3"/>
      <dgm:spPr/>
    </dgm:pt>
    <dgm:pt modelId="{9CF82E01-745E-47EC-842B-D70AEC1BA823}" type="pres">
      <dgm:prSet presAssocID="{EAEE85D7-0103-437D-B5C2-9B1D72DFFE50}" presName="hierRoot2" presStyleCnt="0">
        <dgm:presLayoutVars>
          <dgm:hierBranch val="init"/>
        </dgm:presLayoutVars>
      </dgm:prSet>
      <dgm:spPr/>
    </dgm:pt>
    <dgm:pt modelId="{B4B8C3FB-C5E7-42D9-B636-D53FDB36A6B2}" type="pres">
      <dgm:prSet presAssocID="{EAEE85D7-0103-437D-B5C2-9B1D72DFFE50}" presName="rootComposite" presStyleCnt="0"/>
      <dgm:spPr/>
    </dgm:pt>
    <dgm:pt modelId="{38A0AEBE-3834-4C65-B18D-38171B644E0C}" type="pres">
      <dgm:prSet presAssocID="{EAEE85D7-0103-437D-B5C2-9B1D72DFFE50}" presName="rootText" presStyleLbl="node2" presStyleIdx="1" presStyleCnt="3">
        <dgm:presLayoutVars>
          <dgm:chPref val="3"/>
        </dgm:presLayoutVars>
      </dgm:prSet>
      <dgm:spPr/>
    </dgm:pt>
    <dgm:pt modelId="{5421E482-6778-4986-B7AB-4ADF8EBF7F68}" type="pres">
      <dgm:prSet presAssocID="{EAEE85D7-0103-437D-B5C2-9B1D72DFFE50}" presName="rootConnector" presStyleLbl="node2" presStyleIdx="1" presStyleCnt="3"/>
      <dgm:spPr/>
    </dgm:pt>
    <dgm:pt modelId="{1EB07959-1F8C-49BD-A476-2357AA1C69B7}" type="pres">
      <dgm:prSet presAssocID="{EAEE85D7-0103-437D-B5C2-9B1D72DFFE50}" presName="hierChild4" presStyleCnt="0"/>
      <dgm:spPr/>
    </dgm:pt>
    <dgm:pt modelId="{0E3854FF-DD77-49B0-BB78-B7888EAEA06F}" type="pres">
      <dgm:prSet presAssocID="{EAEE85D7-0103-437D-B5C2-9B1D72DFFE50}" presName="hierChild5" presStyleCnt="0"/>
      <dgm:spPr/>
    </dgm:pt>
    <dgm:pt modelId="{FBF3A894-09D8-4DBD-926F-E3FD16FE7466}" type="pres">
      <dgm:prSet presAssocID="{B4647C29-1F5E-4AC6-8BA5-3B345D34F093}" presName="Name37" presStyleLbl="parChTrans1D2" presStyleIdx="2" presStyleCnt="3"/>
      <dgm:spPr/>
    </dgm:pt>
    <dgm:pt modelId="{F9DFC2CC-10FD-489D-9314-9E133BB3D112}" type="pres">
      <dgm:prSet presAssocID="{D00F5BD9-DA9A-4A01-BC73-306DB4D63961}" presName="hierRoot2" presStyleCnt="0">
        <dgm:presLayoutVars>
          <dgm:hierBranch val="init"/>
        </dgm:presLayoutVars>
      </dgm:prSet>
      <dgm:spPr/>
    </dgm:pt>
    <dgm:pt modelId="{B3597BCE-F8DA-46D9-883E-22FF6B64715A}" type="pres">
      <dgm:prSet presAssocID="{D00F5BD9-DA9A-4A01-BC73-306DB4D63961}" presName="rootComposite" presStyleCnt="0"/>
      <dgm:spPr/>
    </dgm:pt>
    <dgm:pt modelId="{2430C0A2-04EE-4A1F-B8A5-D54FF85C912E}" type="pres">
      <dgm:prSet presAssocID="{D00F5BD9-DA9A-4A01-BC73-306DB4D63961}" presName="rootText" presStyleLbl="node2" presStyleIdx="2" presStyleCnt="3">
        <dgm:presLayoutVars>
          <dgm:chPref val="3"/>
        </dgm:presLayoutVars>
      </dgm:prSet>
      <dgm:spPr/>
    </dgm:pt>
    <dgm:pt modelId="{FF9AA5EA-548A-4532-92AF-A5EB473593A3}" type="pres">
      <dgm:prSet presAssocID="{D00F5BD9-DA9A-4A01-BC73-306DB4D63961}" presName="rootConnector" presStyleLbl="node2" presStyleIdx="2" presStyleCnt="3"/>
      <dgm:spPr/>
    </dgm:pt>
    <dgm:pt modelId="{9892BD7E-450C-4211-9071-1AE4E9593C65}" type="pres">
      <dgm:prSet presAssocID="{D00F5BD9-DA9A-4A01-BC73-306DB4D63961}" presName="hierChild4" presStyleCnt="0"/>
      <dgm:spPr/>
    </dgm:pt>
    <dgm:pt modelId="{561113BC-B6C3-4EF6-A13D-46A95312CB63}" type="pres">
      <dgm:prSet presAssocID="{D00F5BD9-DA9A-4A01-BC73-306DB4D63961}" presName="hierChild5" presStyleCnt="0"/>
      <dgm:spPr/>
    </dgm:pt>
    <dgm:pt modelId="{FC642830-EE6E-4ADE-ABC7-F494F00DED4C}" type="pres">
      <dgm:prSet presAssocID="{729A6615-99FD-4282-B965-41814A267254}" presName="hierChild3" presStyleCnt="0"/>
      <dgm:spPr/>
    </dgm:pt>
  </dgm:ptLst>
  <dgm:cxnLst>
    <dgm:cxn modelId="{A5D40208-2122-40BF-BD1C-B7451DB4C2CA}" srcId="{729A6615-99FD-4282-B965-41814A267254}" destId="{7EF6003D-A0B1-4981-B111-BE73E74E8F1A}" srcOrd="0" destOrd="0" parTransId="{ADCF23D3-65A1-4B80-A18F-D22C13FC851C}" sibTransId="{C9D4306D-6726-4E13-A08B-58B49C1F52B2}"/>
    <dgm:cxn modelId="{8BD6412A-363B-4EC8-A7DC-551B4D1B2750}" type="presOf" srcId="{ADA18DB9-FEA0-44C7-BFE7-008256DD4335}" destId="{923A580F-96C8-438C-BD04-40103B021D42}" srcOrd="0" destOrd="0" presId="urn:microsoft.com/office/officeart/2005/8/layout/orgChart1"/>
    <dgm:cxn modelId="{61297737-3892-4704-B819-17AAE7EA4661}" type="presOf" srcId="{ADCF23D3-65A1-4B80-A18F-D22C13FC851C}" destId="{06184850-758A-4AA1-A79F-CCC22CEC8FF4}" srcOrd="0" destOrd="0" presId="urn:microsoft.com/office/officeart/2005/8/layout/orgChart1"/>
    <dgm:cxn modelId="{63DB675F-08D9-419B-A652-09FB66AFE087}" srcId="{729A6615-99FD-4282-B965-41814A267254}" destId="{D00F5BD9-DA9A-4A01-BC73-306DB4D63961}" srcOrd="2" destOrd="0" parTransId="{B4647C29-1F5E-4AC6-8BA5-3B345D34F093}" sibTransId="{7C042D03-AA20-4415-A85D-26A24FE379AF}"/>
    <dgm:cxn modelId="{E058F543-304A-4C15-AF3D-7D005E7BDD45}" type="presOf" srcId="{4FC16CF7-A0D8-48DF-BC8D-90C231577FD3}" destId="{A82B6A36-D2F1-4596-8BDE-ECCBBFF70503}" srcOrd="0" destOrd="0" presId="urn:microsoft.com/office/officeart/2005/8/layout/orgChart1"/>
    <dgm:cxn modelId="{39BCA46A-CE2A-4417-98A4-7A0A91920400}" type="presOf" srcId="{D00F5BD9-DA9A-4A01-BC73-306DB4D63961}" destId="{2430C0A2-04EE-4A1F-B8A5-D54FF85C912E}" srcOrd="0" destOrd="0" presId="urn:microsoft.com/office/officeart/2005/8/layout/orgChart1"/>
    <dgm:cxn modelId="{6DC3B050-D900-4C20-9F31-00D2193C6488}" srcId="{729A6615-99FD-4282-B965-41814A267254}" destId="{EAEE85D7-0103-437D-B5C2-9B1D72DFFE50}" srcOrd="1" destOrd="0" parTransId="{ADA18DB9-FEA0-44C7-BFE7-008256DD4335}" sibTransId="{F08547B1-0F34-4ADC-A212-7DACC42227F4}"/>
    <dgm:cxn modelId="{692BCA55-93BD-4BA3-93C7-7AD2E44BE14C}" type="presOf" srcId="{EAEE85D7-0103-437D-B5C2-9B1D72DFFE50}" destId="{38A0AEBE-3834-4C65-B18D-38171B644E0C}" srcOrd="0" destOrd="0" presId="urn:microsoft.com/office/officeart/2005/8/layout/orgChart1"/>
    <dgm:cxn modelId="{5ECA6C59-58D3-4711-9E27-DC487E252399}" type="presOf" srcId="{729A6615-99FD-4282-B965-41814A267254}" destId="{B731BB98-98F0-478F-80DB-7E537DE32F73}" srcOrd="0" destOrd="0" presId="urn:microsoft.com/office/officeart/2005/8/layout/orgChart1"/>
    <dgm:cxn modelId="{C8DFD587-B66C-4115-A9FE-E3DE9017C9CB}" type="presOf" srcId="{7EF6003D-A0B1-4981-B111-BE73E74E8F1A}" destId="{D4AE777C-F79B-4086-99CC-0B60D839DF1F}" srcOrd="1" destOrd="0" presId="urn:microsoft.com/office/officeart/2005/8/layout/orgChart1"/>
    <dgm:cxn modelId="{5C6C73A8-6968-4E18-90BF-587B4CBFEF17}" type="presOf" srcId="{729A6615-99FD-4282-B965-41814A267254}" destId="{D3D35D7E-B89C-43D8-8DCC-07466E626F34}" srcOrd="1" destOrd="0" presId="urn:microsoft.com/office/officeart/2005/8/layout/orgChart1"/>
    <dgm:cxn modelId="{F2B615AC-5F73-4BD3-84FF-657236DB9146}" srcId="{4FC16CF7-A0D8-48DF-BC8D-90C231577FD3}" destId="{729A6615-99FD-4282-B965-41814A267254}" srcOrd="0" destOrd="0" parTransId="{2E37E76F-6BC7-4A56-B4EA-22B48D091D6D}" sibTransId="{78F0320E-30B1-4041-A1E7-0C9C6CCE321E}"/>
    <dgm:cxn modelId="{0F3040B3-FAC6-4484-B51E-843B33385378}" type="presOf" srcId="{7EF6003D-A0B1-4981-B111-BE73E74E8F1A}" destId="{53435C57-E04E-4B9D-82EF-EAC5250AD072}" srcOrd="0" destOrd="0" presId="urn:microsoft.com/office/officeart/2005/8/layout/orgChart1"/>
    <dgm:cxn modelId="{C895F7B5-DA2F-481F-A876-8B685C1E6F0B}" type="presOf" srcId="{EAEE85D7-0103-437D-B5C2-9B1D72DFFE50}" destId="{5421E482-6778-4986-B7AB-4ADF8EBF7F68}" srcOrd="1" destOrd="0" presId="urn:microsoft.com/office/officeart/2005/8/layout/orgChart1"/>
    <dgm:cxn modelId="{578EF2B6-A3F5-4DA9-B95F-F5738141000E}" type="presOf" srcId="{B4647C29-1F5E-4AC6-8BA5-3B345D34F093}" destId="{FBF3A894-09D8-4DBD-926F-E3FD16FE7466}" srcOrd="0" destOrd="0" presId="urn:microsoft.com/office/officeart/2005/8/layout/orgChart1"/>
    <dgm:cxn modelId="{F8B554C4-B541-404B-8709-FB8C46A8DF93}" type="presOf" srcId="{D00F5BD9-DA9A-4A01-BC73-306DB4D63961}" destId="{FF9AA5EA-548A-4532-92AF-A5EB473593A3}" srcOrd="1" destOrd="0" presId="urn:microsoft.com/office/officeart/2005/8/layout/orgChart1"/>
    <dgm:cxn modelId="{6877DFEC-F224-43A3-86AA-E2BE2ED8D8A7}" type="presParOf" srcId="{A82B6A36-D2F1-4596-8BDE-ECCBBFF70503}" destId="{0B8FF921-945B-4A44-8A77-EBF366E61EE6}" srcOrd="0" destOrd="0" presId="urn:microsoft.com/office/officeart/2005/8/layout/orgChart1"/>
    <dgm:cxn modelId="{D8E0A812-E6D6-4A05-B75B-BA23191B588D}" type="presParOf" srcId="{0B8FF921-945B-4A44-8A77-EBF366E61EE6}" destId="{109FE98A-4CE5-4494-91C5-1C2FFC439456}" srcOrd="0" destOrd="0" presId="urn:microsoft.com/office/officeart/2005/8/layout/orgChart1"/>
    <dgm:cxn modelId="{CABE6E72-66B7-47EF-9CEB-1C2DB36C04E0}" type="presParOf" srcId="{109FE98A-4CE5-4494-91C5-1C2FFC439456}" destId="{B731BB98-98F0-478F-80DB-7E537DE32F73}" srcOrd="0" destOrd="0" presId="urn:microsoft.com/office/officeart/2005/8/layout/orgChart1"/>
    <dgm:cxn modelId="{9B076B26-1C13-41AE-8D59-FBC0327FA2E7}" type="presParOf" srcId="{109FE98A-4CE5-4494-91C5-1C2FFC439456}" destId="{D3D35D7E-B89C-43D8-8DCC-07466E626F34}" srcOrd="1" destOrd="0" presId="urn:microsoft.com/office/officeart/2005/8/layout/orgChart1"/>
    <dgm:cxn modelId="{C2A8C041-1CFB-4944-BA46-66EB01C12B08}" type="presParOf" srcId="{0B8FF921-945B-4A44-8A77-EBF366E61EE6}" destId="{E3E7BE0A-B6A3-40DB-A63D-2A17A28B5F5F}" srcOrd="1" destOrd="0" presId="urn:microsoft.com/office/officeart/2005/8/layout/orgChart1"/>
    <dgm:cxn modelId="{F252E952-CA68-4B59-97B5-D2759BBCE2CB}" type="presParOf" srcId="{E3E7BE0A-B6A3-40DB-A63D-2A17A28B5F5F}" destId="{06184850-758A-4AA1-A79F-CCC22CEC8FF4}" srcOrd="0" destOrd="0" presId="urn:microsoft.com/office/officeart/2005/8/layout/orgChart1"/>
    <dgm:cxn modelId="{9B86466D-69F6-4530-8F12-CED1B85A77FD}" type="presParOf" srcId="{E3E7BE0A-B6A3-40DB-A63D-2A17A28B5F5F}" destId="{B44F178E-8D00-42F3-A54D-E5A6988BFE56}" srcOrd="1" destOrd="0" presId="urn:microsoft.com/office/officeart/2005/8/layout/orgChart1"/>
    <dgm:cxn modelId="{8CBD063D-AE5A-4F4A-ADD9-6CF26E3E5253}" type="presParOf" srcId="{B44F178E-8D00-42F3-A54D-E5A6988BFE56}" destId="{E5F6ABD0-4166-4042-BB79-D0432A7D32C0}" srcOrd="0" destOrd="0" presId="urn:microsoft.com/office/officeart/2005/8/layout/orgChart1"/>
    <dgm:cxn modelId="{096475B7-6E74-43C7-B9AA-F8D772E05160}" type="presParOf" srcId="{E5F6ABD0-4166-4042-BB79-D0432A7D32C0}" destId="{53435C57-E04E-4B9D-82EF-EAC5250AD072}" srcOrd="0" destOrd="0" presId="urn:microsoft.com/office/officeart/2005/8/layout/orgChart1"/>
    <dgm:cxn modelId="{F1C3C8A7-7A69-47C3-A01A-790407313444}" type="presParOf" srcId="{E5F6ABD0-4166-4042-BB79-D0432A7D32C0}" destId="{D4AE777C-F79B-4086-99CC-0B60D839DF1F}" srcOrd="1" destOrd="0" presId="urn:microsoft.com/office/officeart/2005/8/layout/orgChart1"/>
    <dgm:cxn modelId="{6E21AD0E-2D6E-45D9-8D80-DA6DD3700841}" type="presParOf" srcId="{B44F178E-8D00-42F3-A54D-E5A6988BFE56}" destId="{5B0E2D2F-6F4C-4D6E-BA5C-AABEAAC6B628}" srcOrd="1" destOrd="0" presId="urn:microsoft.com/office/officeart/2005/8/layout/orgChart1"/>
    <dgm:cxn modelId="{A87A5107-54BD-4E3F-8842-BBFDCDCCF824}" type="presParOf" srcId="{B44F178E-8D00-42F3-A54D-E5A6988BFE56}" destId="{54093917-F600-40BC-96EA-38DEF2AA842A}" srcOrd="2" destOrd="0" presId="urn:microsoft.com/office/officeart/2005/8/layout/orgChart1"/>
    <dgm:cxn modelId="{A94AC5F7-9C26-4B9A-B403-EEA97083C47C}" type="presParOf" srcId="{E3E7BE0A-B6A3-40DB-A63D-2A17A28B5F5F}" destId="{923A580F-96C8-438C-BD04-40103B021D42}" srcOrd="2" destOrd="0" presId="urn:microsoft.com/office/officeart/2005/8/layout/orgChart1"/>
    <dgm:cxn modelId="{827BB6B6-3B03-4D3A-B90B-D6C3B55B1E69}" type="presParOf" srcId="{E3E7BE0A-B6A3-40DB-A63D-2A17A28B5F5F}" destId="{9CF82E01-745E-47EC-842B-D70AEC1BA823}" srcOrd="3" destOrd="0" presId="urn:microsoft.com/office/officeart/2005/8/layout/orgChart1"/>
    <dgm:cxn modelId="{8188D722-AB50-4586-B2E2-F04E74C6C181}" type="presParOf" srcId="{9CF82E01-745E-47EC-842B-D70AEC1BA823}" destId="{B4B8C3FB-C5E7-42D9-B636-D53FDB36A6B2}" srcOrd="0" destOrd="0" presId="urn:microsoft.com/office/officeart/2005/8/layout/orgChart1"/>
    <dgm:cxn modelId="{1E35248A-352D-468A-BC4B-E1A90349B79B}" type="presParOf" srcId="{B4B8C3FB-C5E7-42D9-B636-D53FDB36A6B2}" destId="{38A0AEBE-3834-4C65-B18D-38171B644E0C}" srcOrd="0" destOrd="0" presId="urn:microsoft.com/office/officeart/2005/8/layout/orgChart1"/>
    <dgm:cxn modelId="{69128D1D-F262-417F-B8E4-67278525466C}" type="presParOf" srcId="{B4B8C3FB-C5E7-42D9-B636-D53FDB36A6B2}" destId="{5421E482-6778-4986-B7AB-4ADF8EBF7F68}" srcOrd="1" destOrd="0" presId="urn:microsoft.com/office/officeart/2005/8/layout/orgChart1"/>
    <dgm:cxn modelId="{84A26486-95A2-41E5-AA28-9E0840BCBF0C}" type="presParOf" srcId="{9CF82E01-745E-47EC-842B-D70AEC1BA823}" destId="{1EB07959-1F8C-49BD-A476-2357AA1C69B7}" srcOrd="1" destOrd="0" presId="urn:microsoft.com/office/officeart/2005/8/layout/orgChart1"/>
    <dgm:cxn modelId="{8C5F7808-471D-4B4E-8F95-27B0BEA7B8F2}" type="presParOf" srcId="{9CF82E01-745E-47EC-842B-D70AEC1BA823}" destId="{0E3854FF-DD77-49B0-BB78-B7888EAEA06F}" srcOrd="2" destOrd="0" presId="urn:microsoft.com/office/officeart/2005/8/layout/orgChart1"/>
    <dgm:cxn modelId="{A5179028-659B-4BF0-A0E3-229472751330}" type="presParOf" srcId="{E3E7BE0A-B6A3-40DB-A63D-2A17A28B5F5F}" destId="{FBF3A894-09D8-4DBD-926F-E3FD16FE7466}" srcOrd="4" destOrd="0" presId="urn:microsoft.com/office/officeart/2005/8/layout/orgChart1"/>
    <dgm:cxn modelId="{9C08D4C7-62A5-43D1-8E18-49998B80D010}" type="presParOf" srcId="{E3E7BE0A-B6A3-40DB-A63D-2A17A28B5F5F}" destId="{F9DFC2CC-10FD-489D-9314-9E133BB3D112}" srcOrd="5" destOrd="0" presId="urn:microsoft.com/office/officeart/2005/8/layout/orgChart1"/>
    <dgm:cxn modelId="{F2564C2B-48C6-4269-87A4-431A017EA05F}" type="presParOf" srcId="{F9DFC2CC-10FD-489D-9314-9E133BB3D112}" destId="{B3597BCE-F8DA-46D9-883E-22FF6B64715A}" srcOrd="0" destOrd="0" presId="urn:microsoft.com/office/officeart/2005/8/layout/orgChart1"/>
    <dgm:cxn modelId="{EB8E6014-D82D-440D-8100-F75EF802A0B3}" type="presParOf" srcId="{B3597BCE-F8DA-46D9-883E-22FF6B64715A}" destId="{2430C0A2-04EE-4A1F-B8A5-D54FF85C912E}" srcOrd="0" destOrd="0" presId="urn:microsoft.com/office/officeart/2005/8/layout/orgChart1"/>
    <dgm:cxn modelId="{6C826AB3-36A7-42FA-B773-B7AF82F35FB4}" type="presParOf" srcId="{B3597BCE-F8DA-46D9-883E-22FF6B64715A}" destId="{FF9AA5EA-548A-4532-92AF-A5EB473593A3}" srcOrd="1" destOrd="0" presId="urn:microsoft.com/office/officeart/2005/8/layout/orgChart1"/>
    <dgm:cxn modelId="{C81F66F5-4D8C-4C1A-9506-46ABD2F25E9B}" type="presParOf" srcId="{F9DFC2CC-10FD-489D-9314-9E133BB3D112}" destId="{9892BD7E-450C-4211-9071-1AE4E9593C65}" srcOrd="1" destOrd="0" presId="urn:microsoft.com/office/officeart/2005/8/layout/orgChart1"/>
    <dgm:cxn modelId="{AFD6A953-70FC-4C48-A2AF-1822BF9ED7DF}" type="presParOf" srcId="{F9DFC2CC-10FD-489D-9314-9E133BB3D112}" destId="{561113BC-B6C3-4EF6-A13D-46A95312CB63}" srcOrd="2" destOrd="0" presId="urn:microsoft.com/office/officeart/2005/8/layout/orgChart1"/>
    <dgm:cxn modelId="{833123DE-96BF-4AD5-AFFC-16E0EB3C3A11}" type="presParOf" srcId="{0B8FF921-945B-4A44-8A77-EBF366E61EE6}" destId="{FC642830-EE6E-4ADE-ABC7-F494F00DED4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DA889D15-324F-49F0-A4A4-E3D0F6BC9A98}" type="doc">
      <dgm:prSet loTypeId="urn:microsoft.com/office/officeart/2005/8/layout/arrow2" loCatId="process" qsTypeId="urn:microsoft.com/office/officeart/2005/8/quickstyle/simple1" qsCatId="simple" csTypeId="urn:microsoft.com/office/officeart/2005/8/colors/accent1_2" csCatId="accent1" phldr="1"/>
      <dgm:spPr/>
    </dgm:pt>
    <dgm:pt modelId="{2627F247-7812-4545-902A-FF9B31876640}">
      <dgm:prSet phldrT="[Text]"/>
      <dgm:spPr/>
      <dgm:t>
        <a:bodyPr/>
        <a:lstStyle/>
        <a:p>
          <a:r>
            <a:rPr lang="en-US" dirty="0">
              <a:solidFill>
                <a:srgbClr val="7030A0"/>
              </a:solidFill>
              <a:latin typeface="Calibri" panose="020F0502020204030204" pitchFamily="34" charset="0"/>
              <a:cs typeface="Calibri" panose="020F0502020204030204" pitchFamily="34" charset="0"/>
            </a:rPr>
            <a:t>BMNN </a:t>
          </a:r>
          <a:r>
            <a:rPr lang="en-US" dirty="0" err="1">
              <a:solidFill>
                <a:srgbClr val="7030A0"/>
              </a:solidFill>
              <a:latin typeface="Calibri" panose="020F0502020204030204" pitchFamily="34" charset="0"/>
              <a:cs typeface="Calibri" panose="020F0502020204030204" pitchFamily="34" charset="0"/>
            </a:rPr>
            <a:t>chủ</a:t>
          </a:r>
          <a:r>
            <a:rPr lang="en-US" dirty="0">
              <a:solidFill>
                <a:srgbClr val="7030A0"/>
              </a:solidFill>
              <a:latin typeface="Calibri" panose="020F0502020204030204" pitchFamily="34" charset="0"/>
              <a:cs typeface="Calibri" panose="020F0502020204030204" pitchFamily="34" charset="0"/>
            </a:rPr>
            <a:t> </a:t>
          </a:r>
          <a:r>
            <a:rPr lang="en-US" dirty="0" err="1">
              <a:solidFill>
                <a:srgbClr val="7030A0"/>
              </a:solidFill>
              <a:latin typeface="Calibri" panose="020F0502020204030204" pitchFamily="34" charset="0"/>
              <a:cs typeface="Calibri" panose="020F0502020204030204" pitchFamily="34" charset="0"/>
            </a:rPr>
            <a:t>nô</a:t>
          </a:r>
          <a:endParaRPr lang="en-US" dirty="0">
            <a:solidFill>
              <a:srgbClr val="7030A0"/>
            </a:solidFill>
            <a:latin typeface="Calibri" panose="020F0502020204030204" pitchFamily="34" charset="0"/>
            <a:cs typeface="Calibri" panose="020F0502020204030204" pitchFamily="34" charset="0"/>
          </a:endParaRPr>
        </a:p>
      </dgm:t>
    </dgm:pt>
    <dgm:pt modelId="{966B6AE8-DD1B-45B2-B3C0-45B01494813F}" type="parTrans" cxnId="{F2F68B46-C785-46FF-8724-C43AAE0C1BA5}">
      <dgm:prSet/>
      <dgm:spPr/>
      <dgm:t>
        <a:bodyPr/>
        <a:lstStyle/>
        <a:p>
          <a:endParaRPr lang="en-US"/>
        </a:p>
      </dgm:t>
    </dgm:pt>
    <dgm:pt modelId="{F5AE36AB-BC68-4FF0-8FAA-E44EA0F78C40}" type="sibTrans" cxnId="{F2F68B46-C785-46FF-8724-C43AAE0C1BA5}">
      <dgm:prSet/>
      <dgm:spPr/>
      <dgm:t>
        <a:bodyPr/>
        <a:lstStyle/>
        <a:p>
          <a:endParaRPr lang="en-US"/>
        </a:p>
      </dgm:t>
    </dgm:pt>
    <dgm:pt modelId="{C7ADD188-66FC-419A-B338-0B43A493B4C3}">
      <dgm:prSet phldrT="[Text]"/>
      <dgm:spPr/>
      <dgm:t>
        <a:bodyPr/>
        <a:lstStyle/>
        <a:p>
          <a:r>
            <a:rPr lang="en-US" dirty="0">
              <a:solidFill>
                <a:srgbClr val="7030A0"/>
              </a:solidFill>
              <a:latin typeface="Calibri" panose="020F0502020204030204" pitchFamily="34" charset="0"/>
              <a:cs typeface="Calibri" panose="020F0502020204030204" pitchFamily="34" charset="0"/>
            </a:rPr>
            <a:t>BMNN </a:t>
          </a:r>
          <a:r>
            <a:rPr lang="en-US" dirty="0" err="1">
              <a:solidFill>
                <a:srgbClr val="7030A0"/>
              </a:solidFill>
              <a:latin typeface="Calibri" panose="020F0502020204030204" pitchFamily="34" charset="0"/>
              <a:cs typeface="Calibri" panose="020F0502020204030204" pitchFamily="34" charset="0"/>
            </a:rPr>
            <a:t>phong</a:t>
          </a:r>
          <a:r>
            <a:rPr lang="en-US" dirty="0">
              <a:solidFill>
                <a:srgbClr val="7030A0"/>
              </a:solidFill>
              <a:latin typeface="Calibri" panose="020F0502020204030204" pitchFamily="34" charset="0"/>
              <a:cs typeface="Calibri" panose="020F0502020204030204" pitchFamily="34" charset="0"/>
            </a:rPr>
            <a:t> </a:t>
          </a:r>
          <a:r>
            <a:rPr lang="en-US" dirty="0" err="1">
              <a:solidFill>
                <a:srgbClr val="7030A0"/>
              </a:solidFill>
              <a:latin typeface="Calibri" panose="020F0502020204030204" pitchFamily="34" charset="0"/>
              <a:cs typeface="Calibri" panose="020F0502020204030204" pitchFamily="34" charset="0"/>
            </a:rPr>
            <a:t>kiến</a:t>
          </a:r>
          <a:endParaRPr lang="en-US" dirty="0">
            <a:solidFill>
              <a:srgbClr val="7030A0"/>
            </a:solidFill>
            <a:latin typeface="Calibri" panose="020F0502020204030204" pitchFamily="34" charset="0"/>
            <a:cs typeface="Calibri" panose="020F0502020204030204" pitchFamily="34" charset="0"/>
          </a:endParaRPr>
        </a:p>
      </dgm:t>
    </dgm:pt>
    <dgm:pt modelId="{5F036114-92BA-436A-9810-C3F26EADA22F}" type="parTrans" cxnId="{D0F123E9-5E3D-43F9-B3B3-022D6A9BE041}">
      <dgm:prSet/>
      <dgm:spPr/>
      <dgm:t>
        <a:bodyPr/>
        <a:lstStyle/>
        <a:p>
          <a:endParaRPr lang="en-US"/>
        </a:p>
      </dgm:t>
    </dgm:pt>
    <dgm:pt modelId="{916D6D5A-F25B-4237-8C92-EF7D942B6AF8}" type="sibTrans" cxnId="{D0F123E9-5E3D-43F9-B3B3-022D6A9BE041}">
      <dgm:prSet/>
      <dgm:spPr/>
      <dgm:t>
        <a:bodyPr/>
        <a:lstStyle/>
        <a:p>
          <a:endParaRPr lang="en-US"/>
        </a:p>
      </dgm:t>
    </dgm:pt>
    <dgm:pt modelId="{631D3461-32DD-4093-A596-C86C88122875}">
      <dgm:prSet phldrT="[Text]"/>
      <dgm:spPr/>
      <dgm:t>
        <a:bodyPr/>
        <a:lstStyle/>
        <a:p>
          <a:r>
            <a:rPr lang="en-US" dirty="0">
              <a:solidFill>
                <a:srgbClr val="7030A0"/>
              </a:solidFill>
              <a:latin typeface="Calibri" panose="020F0502020204030204" pitchFamily="34" charset="0"/>
              <a:cs typeface="Calibri" panose="020F0502020204030204" pitchFamily="34" charset="0"/>
            </a:rPr>
            <a:t>BMNN </a:t>
          </a:r>
          <a:r>
            <a:rPr lang="en-US" dirty="0" err="1">
              <a:solidFill>
                <a:srgbClr val="7030A0"/>
              </a:solidFill>
              <a:latin typeface="Calibri" panose="020F0502020204030204" pitchFamily="34" charset="0"/>
              <a:cs typeface="Calibri" panose="020F0502020204030204" pitchFamily="34" charset="0"/>
            </a:rPr>
            <a:t>tư</a:t>
          </a:r>
          <a:r>
            <a:rPr lang="en-US" dirty="0">
              <a:solidFill>
                <a:srgbClr val="7030A0"/>
              </a:solidFill>
              <a:latin typeface="Calibri" panose="020F0502020204030204" pitchFamily="34" charset="0"/>
              <a:cs typeface="Calibri" panose="020F0502020204030204" pitchFamily="34" charset="0"/>
            </a:rPr>
            <a:t> </a:t>
          </a:r>
          <a:r>
            <a:rPr lang="en-US" dirty="0" err="1">
              <a:solidFill>
                <a:srgbClr val="7030A0"/>
              </a:solidFill>
              <a:latin typeface="Calibri" panose="020F0502020204030204" pitchFamily="34" charset="0"/>
              <a:cs typeface="Calibri" panose="020F0502020204030204" pitchFamily="34" charset="0"/>
            </a:rPr>
            <a:t>sản</a:t>
          </a:r>
          <a:endParaRPr lang="en-US" dirty="0">
            <a:solidFill>
              <a:srgbClr val="7030A0"/>
            </a:solidFill>
            <a:latin typeface="Calibri" panose="020F0502020204030204" pitchFamily="34" charset="0"/>
            <a:cs typeface="Calibri" panose="020F0502020204030204" pitchFamily="34" charset="0"/>
          </a:endParaRPr>
        </a:p>
      </dgm:t>
    </dgm:pt>
    <dgm:pt modelId="{AB21386B-58CC-4EA3-9F69-1825C5B5618E}" type="parTrans" cxnId="{73C45265-B41F-4E5D-B17D-83D1513F458C}">
      <dgm:prSet/>
      <dgm:spPr/>
      <dgm:t>
        <a:bodyPr/>
        <a:lstStyle/>
        <a:p>
          <a:endParaRPr lang="en-US"/>
        </a:p>
      </dgm:t>
    </dgm:pt>
    <dgm:pt modelId="{CDA6B98A-025A-4360-8DAE-198D75250BC6}" type="sibTrans" cxnId="{73C45265-B41F-4E5D-B17D-83D1513F458C}">
      <dgm:prSet/>
      <dgm:spPr/>
      <dgm:t>
        <a:bodyPr/>
        <a:lstStyle/>
        <a:p>
          <a:endParaRPr lang="en-US"/>
        </a:p>
      </dgm:t>
    </dgm:pt>
    <dgm:pt modelId="{B75C5425-0F7D-4E3E-B61D-5D53D4988063}" type="pres">
      <dgm:prSet presAssocID="{DA889D15-324F-49F0-A4A4-E3D0F6BC9A98}" presName="arrowDiagram" presStyleCnt="0">
        <dgm:presLayoutVars>
          <dgm:chMax val="5"/>
          <dgm:dir/>
          <dgm:resizeHandles val="exact"/>
        </dgm:presLayoutVars>
      </dgm:prSet>
      <dgm:spPr/>
    </dgm:pt>
    <dgm:pt modelId="{BD92D253-9E4B-40B4-86C9-0784233E52B6}" type="pres">
      <dgm:prSet presAssocID="{DA889D15-324F-49F0-A4A4-E3D0F6BC9A98}" presName="arrow" presStyleLbl="bgShp" presStyleIdx="0" presStyleCnt="1" custLinFactNeighborX="-7500" custLinFactNeighborY="4667"/>
      <dgm:spPr/>
    </dgm:pt>
    <dgm:pt modelId="{108F99F1-2EC0-4097-9447-7D5FF33F0B3A}" type="pres">
      <dgm:prSet presAssocID="{DA889D15-324F-49F0-A4A4-E3D0F6BC9A98}" presName="arrowDiagram3" presStyleCnt="0"/>
      <dgm:spPr/>
    </dgm:pt>
    <dgm:pt modelId="{BF68B3EB-BE0E-46D4-93C7-FCCFB892D9E8}" type="pres">
      <dgm:prSet presAssocID="{2627F247-7812-4545-902A-FF9B31876640}" presName="bullet3a" presStyleLbl="node1" presStyleIdx="0" presStyleCnt="3"/>
      <dgm:spPr/>
    </dgm:pt>
    <dgm:pt modelId="{BB9CE552-7721-4440-8165-F812B3FAF1C4}" type="pres">
      <dgm:prSet presAssocID="{2627F247-7812-4545-902A-FF9B31876640}" presName="textBox3a" presStyleLbl="revTx" presStyleIdx="0" presStyleCnt="3" custScaleY="78897">
        <dgm:presLayoutVars>
          <dgm:bulletEnabled val="1"/>
        </dgm:presLayoutVars>
      </dgm:prSet>
      <dgm:spPr/>
    </dgm:pt>
    <dgm:pt modelId="{02D5D1B2-5735-46CC-8703-7E7677BC1729}" type="pres">
      <dgm:prSet presAssocID="{C7ADD188-66FC-419A-B338-0B43A493B4C3}" presName="bullet3b" presStyleLbl="node1" presStyleIdx="1" presStyleCnt="3"/>
      <dgm:spPr/>
    </dgm:pt>
    <dgm:pt modelId="{CDA804D4-E91E-4309-93AF-155E3B128E41}" type="pres">
      <dgm:prSet presAssocID="{C7ADD188-66FC-419A-B338-0B43A493B4C3}" presName="textBox3b" presStyleLbl="revTx" presStyleIdx="1" presStyleCnt="3" custScaleY="78897">
        <dgm:presLayoutVars>
          <dgm:bulletEnabled val="1"/>
        </dgm:presLayoutVars>
      </dgm:prSet>
      <dgm:spPr/>
    </dgm:pt>
    <dgm:pt modelId="{A5DA6CF6-0687-4C75-955B-4DF40A192288}" type="pres">
      <dgm:prSet presAssocID="{631D3461-32DD-4093-A596-C86C88122875}" presName="bullet3c" presStyleLbl="node1" presStyleIdx="2" presStyleCnt="3"/>
      <dgm:spPr/>
    </dgm:pt>
    <dgm:pt modelId="{49719EEF-B3BF-46C1-AAEE-270B0420D27A}" type="pres">
      <dgm:prSet presAssocID="{631D3461-32DD-4093-A596-C86C88122875}" presName="textBox3c" presStyleLbl="revTx" presStyleIdx="2" presStyleCnt="3" custScaleY="78897">
        <dgm:presLayoutVars>
          <dgm:bulletEnabled val="1"/>
        </dgm:presLayoutVars>
      </dgm:prSet>
      <dgm:spPr/>
    </dgm:pt>
  </dgm:ptLst>
  <dgm:cxnLst>
    <dgm:cxn modelId="{59641E40-32FF-49E1-B0FC-A51445C7B0E4}" type="presOf" srcId="{631D3461-32DD-4093-A596-C86C88122875}" destId="{49719EEF-B3BF-46C1-AAEE-270B0420D27A}" srcOrd="0" destOrd="0" presId="urn:microsoft.com/office/officeart/2005/8/layout/arrow2"/>
    <dgm:cxn modelId="{73C45265-B41F-4E5D-B17D-83D1513F458C}" srcId="{DA889D15-324F-49F0-A4A4-E3D0F6BC9A98}" destId="{631D3461-32DD-4093-A596-C86C88122875}" srcOrd="2" destOrd="0" parTransId="{AB21386B-58CC-4EA3-9F69-1825C5B5618E}" sibTransId="{CDA6B98A-025A-4360-8DAE-198D75250BC6}"/>
    <dgm:cxn modelId="{F2F68B46-C785-46FF-8724-C43AAE0C1BA5}" srcId="{DA889D15-324F-49F0-A4A4-E3D0F6BC9A98}" destId="{2627F247-7812-4545-902A-FF9B31876640}" srcOrd="0" destOrd="0" parTransId="{966B6AE8-DD1B-45B2-B3C0-45B01494813F}" sibTransId="{F5AE36AB-BC68-4FF0-8FAA-E44EA0F78C40}"/>
    <dgm:cxn modelId="{97554870-1D4A-40C6-AA7D-23845079522E}" type="presOf" srcId="{DA889D15-324F-49F0-A4A4-E3D0F6BC9A98}" destId="{B75C5425-0F7D-4E3E-B61D-5D53D4988063}" srcOrd="0" destOrd="0" presId="urn:microsoft.com/office/officeart/2005/8/layout/arrow2"/>
    <dgm:cxn modelId="{251136E0-3805-45CF-BF26-6CD49492CC0E}" type="presOf" srcId="{C7ADD188-66FC-419A-B338-0B43A493B4C3}" destId="{CDA804D4-E91E-4309-93AF-155E3B128E41}" srcOrd="0" destOrd="0" presId="urn:microsoft.com/office/officeart/2005/8/layout/arrow2"/>
    <dgm:cxn modelId="{2B548BE8-CBA7-419F-A729-44329A4662A9}" type="presOf" srcId="{2627F247-7812-4545-902A-FF9B31876640}" destId="{BB9CE552-7721-4440-8165-F812B3FAF1C4}" srcOrd="0" destOrd="0" presId="urn:microsoft.com/office/officeart/2005/8/layout/arrow2"/>
    <dgm:cxn modelId="{D0F123E9-5E3D-43F9-B3B3-022D6A9BE041}" srcId="{DA889D15-324F-49F0-A4A4-E3D0F6BC9A98}" destId="{C7ADD188-66FC-419A-B338-0B43A493B4C3}" srcOrd="1" destOrd="0" parTransId="{5F036114-92BA-436A-9810-C3F26EADA22F}" sibTransId="{916D6D5A-F25B-4237-8C92-EF7D942B6AF8}"/>
    <dgm:cxn modelId="{34D14941-1B2E-4F49-93B2-5850F001A0B0}" type="presParOf" srcId="{B75C5425-0F7D-4E3E-B61D-5D53D4988063}" destId="{BD92D253-9E4B-40B4-86C9-0784233E52B6}" srcOrd="0" destOrd="0" presId="urn:microsoft.com/office/officeart/2005/8/layout/arrow2"/>
    <dgm:cxn modelId="{10637D22-F7ED-469D-A2D9-42C68A5527E1}" type="presParOf" srcId="{B75C5425-0F7D-4E3E-B61D-5D53D4988063}" destId="{108F99F1-2EC0-4097-9447-7D5FF33F0B3A}" srcOrd="1" destOrd="0" presId="urn:microsoft.com/office/officeart/2005/8/layout/arrow2"/>
    <dgm:cxn modelId="{526A1CE4-5F5C-48AD-8B47-50257F47A022}" type="presParOf" srcId="{108F99F1-2EC0-4097-9447-7D5FF33F0B3A}" destId="{BF68B3EB-BE0E-46D4-93C7-FCCFB892D9E8}" srcOrd="0" destOrd="0" presId="urn:microsoft.com/office/officeart/2005/8/layout/arrow2"/>
    <dgm:cxn modelId="{C135A600-82F6-4271-8944-DFE2CD8445E9}" type="presParOf" srcId="{108F99F1-2EC0-4097-9447-7D5FF33F0B3A}" destId="{BB9CE552-7721-4440-8165-F812B3FAF1C4}" srcOrd="1" destOrd="0" presId="urn:microsoft.com/office/officeart/2005/8/layout/arrow2"/>
    <dgm:cxn modelId="{9F562321-06B4-44B6-8C6F-09E320A476C2}" type="presParOf" srcId="{108F99F1-2EC0-4097-9447-7D5FF33F0B3A}" destId="{02D5D1B2-5735-46CC-8703-7E7677BC1729}" srcOrd="2" destOrd="0" presId="urn:microsoft.com/office/officeart/2005/8/layout/arrow2"/>
    <dgm:cxn modelId="{30A88E52-A52C-4B6B-B78F-AC32994D1E34}" type="presParOf" srcId="{108F99F1-2EC0-4097-9447-7D5FF33F0B3A}" destId="{CDA804D4-E91E-4309-93AF-155E3B128E41}" srcOrd="3" destOrd="0" presId="urn:microsoft.com/office/officeart/2005/8/layout/arrow2"/>
    <dgm:cxn modelId="{3B6CC92F-8FEA-4BF7-8D6D-76DD9F3FB291}" type="presParOf" srcId="{108F99F1-2EC0-4097-9447-7D5FF33F0B3A}" destId="{A5DA6CF6-0687-4C75-955B-4DF40A192288}" srcOrd="4" destOrd="0" presId="urn:microsoft.com/office/officeart/2005/8/layout/arrow2"/>
    <dgm:cxn modelId="{10730A6B-9B30-479B-87A1-E8671E7DFD1B}" type="presParOf" srcId="{108F99F1-2EC0-4097-9447-7D5FF33F0B3A}" destId="{49719EEF-B3BF-46C1-AAEE-270B0420D27A}"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4C04A-8257-4871-B61B-347740C9825D}">
      <dsp:nvSpPr>
        <dsp:cNvPr id="0" name=""/>
        <dsp:cNvSpPr/>
      </dsp:nvSpPr>
      <dsp:spPr>
        <a:xfrm>
          <a:off x="2361428" y="0"/>
          <a:ext cx="2268202" cy="1105718"/>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altLang="en-US" sz="2000" i="0" kern="1200" dirty="0" err="1">
              <a:latin typeface="+mj-lt"/>
              <a:cs typeface="Calibri" panose="020F0502020204030204" pitchFamily="34" charset="0"/>
            </a:rPr>
            <a:t>Thiết</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lập</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quyền</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lực</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công</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cộng</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đặc</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biệt</a:t>
          </a:r>
          <a:endParaRPr lang="en-US" sz="2000" i="0" kern="1200" dirty="0">
            <a:latin typeface="+mj-lt"/>
            <a:cs typeface="Calibri" panose="020F0502020204030204" pitchFamily="34" charset="0"/>
          </a:endParaRPr>
        </a:p>
      </dsp:txBody>
      <dsp:txXfrm>
        <a:off x="2415405" y="53977"/>
        <a:ext cx="2160248" cy="997764"/>
      </dsp:txXfrm>
    </dsp:sp>
    <dsp:sp modelId="{8BFA8976-F19D-4486-8F68-CD490FCD3BD5}">
      <dsp:nvSpPr>
        <dsp:cNvPr id="0" name=""/>
        <dsp:cNvSpPr/>
      </dsp:nvSpPr>
      <dsp:spPr>
        <a:xfrm>
          <a:off x="1282966" y="552071"/>
          <a:ext cx="4422949" cy="4422949"/>
        </a:xfrm>
        <a:custGeom>
          <a:avLst/>
          <a:gdLst/>
          <a:ahLst/>
          <a:cxnLst/>
          <a:rect l="0" t="0" r="0" b="0"/>
          <a:pathLst>
            <a:path>
              <a:moveTo>
                <a:pt x="3354927" y="318557"/>
              </a:moveTo>
              <a:arcTo wR="2211474" hR="2211474" stAng="18068092" swAng="1480700"/>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E1AED0D-7D9C-401A-9EB6-C90AF35224EA}">
      <dsp:nvSpPr>
        <dsp:cNvPr id="0" name=""/>
        <dsp:cNvSpPr/>
      </dsp:nvSpPr>
      <dsp:spPr>
        <a:xfrm>
          <a:off x="4510502" y="1528920"/>
          <a:ext cx="2176530" cy="1105718"/>
        </a:xfrm>
        <a:prstGeom prst="roundRect">
          <a:avLst/>
        </a:prstGeom>
        <a:solidFill>
          <a:schemeClr val="accent4">
            <a:hueOff val="-3167413"/>
            <a:satOff val="566"/>
            <a:lumOff val="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altLang="en-US" sz="2000" i="0" kern="1200" dirty="0" err="1">
              <a:latin typeface="+mj-lt"/>
              <a:cs typeface="Calibri" panose="020F0502020204030204" pitchFamily="34" charset="0"/>
            </a:rPr>
            <a:t>Có</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chủ</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quyền</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quốc</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gia</a:t>
          </a:r>
          <a:endParaRPr lang="en-US" sz="2000" i="0" kern="1200" dirty="0">
            <a:latin typeface="+mj-lt"/>
            <a:cs typeface="Calibri" panose="020F0502020204030204" pitchFamily="34" charset="0"/>
          </a:endParaRPr>
        </a:p>
      </dsp:txBody>
      <dsp:txXfrm>
        <a:off x="4564479" y="1582897"/>
        <a:ext cx="2068576" cy="997764"/>
      </dsp:txXfrm>
    </dsp:sp>
    <dsp:sp modelId="{138024D1-6E3D-444A-9ECD-A424572EC456}">
      <dsp:nvSpPr>
        <dsp:cNvPr id="0" name=""/>
        <dsp:cNvSpPr/>
      </dsp:nvSpPr>
      <dsp:spPr>
        <a:xfrm>
          <a:off x="1284055" y="553688"/>
          <a:ext cx="4422949" cy="4422949"/>
        </a:xfrm>
        <a:custGeom>
          <a:avLst/>
          <a:gdLst/>
          <a:ahLst/>
          <a:cxnLst/>
          <a:rect l="0" t="0" r="0" b="0"/>
          <a:pathLst>
            <a:path>
              <a:moveTo>
                <a:pt x="4419885" y="2095098"/>
              </a:moveTo>
              <a:arcTo wR="2211474" hR="2211474" stAng="21419010" swAng="2198251"/>
            </a:path>
          </a:pathLst>
        </a:custGeom>
        <a:noFill/>
        <a:ln w="9525" cap="flat" cmpd="sng" algn="ctr">
          <a:solidFill>
            <a:schemeClr val="accent4">
              <a:hueOff val="-3167413"/>
              <a:satOff val="566"/>
              <a:lumOff val="49"/>
              <a:alphaOff val="0"/>
            </a:schemeClr>
          </a:solidFill>
          <a:prstDash val="solid"/>
        </a:ln>
        <a:effectLst/>
      </dsp:spPr>
      <dsp:style>
        <a:lnRef idx="1">
          <a:scrgbClr r="0" g="0" b="0"/>
        </a:lnRef>
        <a:fillRef idx="0">
          <a:scrgbClr r="0" g="0" b="0"/>
        </a:fillRef>
        <a:effectRef idx="0">
          <a:scrgbClr r="0" g="0" b="0"/>
        </a:effectRef>
        <a:fontRef idx="minor"/>
      </dsp:style>
    </dsp:sp>
    <dsp:sp modelId="{F7EFE23A-79E6-4980-9BE7-E18F812CAFD0}">
      <dsp:nvSpPr>
        <dsp:cNvPr id="0" name=""/>
        <dsp:cNvSpPr/>
      </dsp:nvSpPr>
      <dsp:spPr>
        <a:xfrm>
          <a:off x="3784852" y="4001424"/>
          <a:ext cx="2021100" cy="1105718"/>
        </a:xfrm>
        <a:prstGeom prst="roundRect">
          <a:avLst/>
        </a:prstGeom>
        <a:solidFill>
          <a:schemeClr val="accent4">
            <a:hueOff val="-6334826"/>
            <a:satOff val="1132"/>
            <a:lumOff val="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en-US" sz="2000" i="0" kern="1200" dirty="0">
              <a:latin typeface="+mj-lt"/>
              <a:cs typeface="Calibri" panose="020F0502020204030204" pitchFamily="34" charset="0"/>
            </a:rPr>
            <a:t>Thu </a:t>
          </a:r>
          <a:r>
            <a:rPr lang="en-US" altLang="en-US" sz="2000" i="0" kern="1200" dirty="0" err="1">
              <a:latin typeface="+mj-lt"/>
              <a:cs typeface="Calibri" panose="020F0502020204030204" pitchFamily="34" charset="0"/>
            </a:rPr>
            <a:t>thuế</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và</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phát</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hành</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tiền</a:t>
          </a:r>
          <a:endParaRPr lang="en-US" sz="2000" i="0" kern="1200" dirty="0">
            <a:latin typeface="+mj-lt"/>
            <a:cs typeface="Calibri" panose="020F0502020204030204" pitchFamily="34" charset="0"/>
          </a:endParaRPr>
        </a:p>
      </dsp:txBody>
      <dsp:txXfrm>
        <a:off x="3838829" y="4055401"/>
        <a:ext cx="1913146" cy="997764"/>
      </dsp:txXfrm>
    </dsp:sp>
    <dsp:sp modelId="{BD24C27B-8DA6-48A0-9903-2785F03A0FA2}">
      <dsp:nvSpPr>
        <dsp:cNvPr id="0" name=""/>
        <dsp:cNvSpPr/>
      </dsp:nvSpPr>
      <dsp:spPr>
        <a:xfrm>
          <a:off x="1284055" y="553688"/>
          <a:ext cx="4422949" cy="4422949"/>
        </a:xfrm>
        <a:custGeom>
          <a:avLst/>
          <a:gdLst/>
          <a:ahLst/>
          <a:cxnLst/>
          <a:rect l="0" t="0" r="0" b="0"/>
          <a:pathLst>
            <a:path>
              <a:moveTo>
                <a:pt x="2495398" y="4404647"/>
              </a:moveTo>
              <a:arcTo wR="2211474" hR="2211474" stAng="4957418" swAng="831551"/>
            </a:path>
          </a:pathLst>
        </a:custGeom>
        <a:noFill/>
        <a:ln w="9525" cap="flat" cmpd="sng" algn="ctr">
          <a:solidFill>
            <a:schemeClr val="accent4">
              <a:hueOff val="-6334826"/>
              <a:satOff val="1132"/>
              <a:lumOff val="98"/>
              <a:alphaOff val="0"/>
            </a:schemeClr>
          </a:solidFill>
          <a:prstDash val="solid"/>
        </a:ln>
        <a:effectLst/>
      </dsp:spPr>
      <dsp:style>
        <a:lnRef idx="1">
          <a:scrgbClr r="0" g="0" b="0"/>
        </a:lnRef>
        <a:fillRef idx="0">
          <a:scrgbClr r="0" g="0" b="0"/>
        </a:fillRef>
        <a:effectRef idx="0">
          <a:scrgbClr r="0" g="0" b="0"/>
        </a:effectRef>
        <a:fontRef idx="minor"/>
      </dsp:style>
    </dsp:sp>
    <dsp:sp modelId="{B39ACD47-7E21-44CF-891A-E1600D1572A6}">
      <dsp:nvSpPr>
        <dsp:cNvPr id="0" name=""/>
        <dsp:cNvSpPr/>
      </dsp:nvSpPr>
      <dsp:spPr>
        <a:xfrm>
          <a:off x="1150881" y="4001424"/>
          <a:ext cx="2089552" cy="1105718"/>
        </a:xfrm>
        <a:prstGeom prst="roundRect">
          <a:avLst/>
        </a:prstGeom>
        <a:solidFill>
          <a:schemeClr val="accent4">
            <a:hueOff val="-9502239"/>
            <a:satOff val="1699"/>
            <a:lumOff val="1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altLang="en-US" sz="2000" i="0" kern="1200" dirty="0">
              <a:latin typeface="+mj-lt"/>
              <a:cs typeface="Calibri" panose="020F0502020204030204" pitchFamily="34" charset="0"/>
            </a:rPr>
            <a:t>Ban </a:t>
          </a:r>
          <a:r>
            <a:rPr lang="en-US" altLang="en-US" sz="2000" i="0" kern="1200" dirty="0" err="1">
              <a:latin typeface="+mj-lt"/>
              <a:cs typeface="Calibri" panose="020F0502020204030204" pitchFamily="34" charset="0"/>
            </a:rPr>
            <a:t>hành</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pháp</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luật</a:t>
          </a:r>
          <a:endParaRPr lang="en-US" sz="2000" i="0" kern="1200" dirty="0">
            <a:latin typeface="+mj-lt"/>
            <a:cs typeface="Calibri" panose="020F0502020204030204" pitchFamily="34" charset="0"/>
          </a:endParaRPr>
        </a:p>
      </dsp:txBody>
      <dsp:txXfrm>
        <a:off x="1204858" y="4055401"/>
        <a:ext cx="1981598" cy="997764"/>
      </dsp:txXfrm>
    </dsp:sp>
    <dsp:sp modelId="{9228075B-4608-4D2C-83AA-5DB01BDC6AAC}">
      <dsp:nvSpPr>
        <dsp:cNvPr id="0" name=""/>
        <dsp:cNvSpPr/>
      </dsp:nvSpPr>
      <dsp:spPr>
        <a:xfrm>
          <a:off x="1284055" y="553688"/>
          <a:ext cx="4422949" cy="4422949"/>
        </a:xfrm>
        <a:custGeom>
          <a:avLst/>
          <a:gdLst/>
          <a:ahLst/>
          <a:cxnLst/>
          <a:rect l="0" t="0" r="0" b="0"/>
          <a:pathLst>
            <a:path>
              <a:moveTo>
                <a:pt x="369939" y="3435961"/>
              </a:moveTo>
              <a:arcTo wR="2211474" hR="2211474" stAng="8782739" swAng="2198251"/>
            </a:path>
          </a:pathLst>
        </a:custGeom>
        <a:noFill/>
        <a:ln w="9525" cap="flat" cmpd="sng" algn="ctr">
          <a:solidFill>
            <a:schemeClr val="accent4">
              <a:hueOff val="-9502239"/>
              <a:satOff val="1699"/>
              <a:lumOff val="147"/>
              <a:alphaOff val="0"/>
            </a:schemeClr>
          </a:solidFill>
          <a:prstDash val="solid"/>
        </a:ln>
        <a:effectLst/>
      </dsp:spPr>
      <dsp:style>
        <a:lnRef idx="1">
          <a:scrgbClr r="0" g="0" b="0"/>
        </a:lnRef>
        <a:fillRef idx="0">
          <a:scrgbClr r="0" g="0" b="0"/>
        </a:fillRef>
        <a:effectRef idx="0">
          <a:scrgbClr r="0" g="0" b="0"/>
        </a:effectRef>
        <a:fontRef idx="minor"/>
      </dsp:style>
    </dsp:sp>
    <dsp:sp modelId="{B3D55C4B-21D9-428A-88D8-812C737CFED9}">
      <dsp:nvSpPr>
        <dsp:cNvPr id="0" name=""/>
        <dsp:cNvSpPr/>
      </dsp:nvSpPr>
      <dsp:spPr>
        <a:xfrm>
          <a:off x="170967" y="1528920"/>
          <a:ext cx="2442651" cy="1105718"/>
        </a:xfrm>
        <a:prstGeom prst="roundRect">
          <a:avLst/>
        </a:prstGeom>
        <a:solidFill>
          <a:schemeClr val="accent4">
            <a:hueOff val="-12669652"/>
            <a:satOff val="2265"/>
            <a:lumOff val="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en-US" altLang="en-US" sz="2000" i="0" kern="1200" dirty="0" err="1">
              <a:latin typeface="+mj-lt"/>
              <a:cs typeface="Calibri" panose="020F0502020204030204" pitchFamily="34" charset="0"/>
            </a:rPr>
            <a:t>Phân</a:t>
          </a:r>
          <a:r>
            <a:rPr lang="en-US" altLang="en-US" sz="2000" i="0" kern="1200" dirty="0">
              <a:latin typeface="+mj-lt"/>
              <a:cs typeface="Calibri" panose="020F0502020204030204" pitchFamily="34" charset="0"/>
            </a:rPr>
            <a:t> chia </a:t>
          </a:r>
          <a:r>
            <a:rPr lang="en-US" altLang="en-US" sz="2000" i="0" kern="1200" dirty="0" err="1">
              <a:latin typeface="+mj-lt"/>
              <a:cs typeface="Calibri" panose="020F0502020204030204" pitchFamily="34" charset="0"/>
            </a:rPr>
            <a:t>dân</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cư</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thành</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các</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đơn</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vị</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hành</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chính</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lãnh</a:t>
          </a:r>
          <a:r>
            <a:rPr lang="en-US" altLang="en-US" sz="2000" i="0" kern="1200" dirty="0">
              <a:latin typeface="+mj-lt"/>
              <a:cs typeface="Calibri" panose="020F0502020204030204" pitchFamily="34" charset="0"/>
            </a:rPr>
            <a:t> </a:t>
          </a:r>
          <a:r>
            <a:rPr lang="en-US" altLang="en-US" sz="2000" i="0" kern="1200" dirty="0" err="1">
              <a:latin typeface="+mj-lt"/>
              <a:cs typeface="Calibri" panose="020F0502020204030204" pitchFamily="34" charset="0"/>
            </a:rPr>
            <a:t>thổ</a:t>
          </a:r>
          <a:endParaRPr lang="en-US" sz="2000" i="0" kern="1200" dirty="0">
            <a:latin typeface="+mj-lt"/>
            <a:cs typeface="Calibri" panose="020F0502020204030204" pitchFamily="34" charset="0"/>
          </a:endParaRPr>
        </a:p>
      </dsp:txBody>
      <dsp:txXfrm>
        <a:off x="224944" y="1582897"/>
        <a:ext cx="2334697" cy="997764"/>
      </dsp:txXfrm>
    </dsp:sp>
    <dsp:sp modelId="{945E7E0A-4A01-462F-B850-221368D41ADF}">
      <dsp:nvSpPr>
        <dsp:cNvPr id="0" name=""/>
        <dsp:cNvSpPr/>
      </dsp:nvSpPr>
      <dsp:spPr>
        <a:xfrm>
          <a:off x="1285144" y="552071"/>
          <a:ext cx="4422949" cy="4422949"/>
        </a:xfrm>
        <a:custGeom>
          <a:avLst/>
          <a:gdLst/>
          <a:ahLst/>
          <a:cxnLst/>
          <a:rect l="0" t="0" r="0" b="0"/>
          <a:pathLst>
            <a:path>
              <a:moveTo>
                <a:pt x="382120" y="968862"/>
              </a:moveTo>
              <a:arcTo wR="2211474" hR="2211474" stAng="12851208" swAng="1480700"/>
            </a:path>
          </a:pathLst>
        </a:custGeom>
        <a:noFill/>
        <a:ln w="9525" cap="flat" cmpd="sng" algn="ctr">
          <a:solidFill>
            <a:schemeClr val="accent4">
              <a:hueOff val="-12669652"/>
              <a:satOff val="2265"/>
              <a:lumOff val="196"/>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F3A894-09D8-4DBD-926F-E3FD16FE7466}">
      <dsp:nvSpPr>
        <dsp:cNvPr id="0" name=""/>
        <dsp:cNvSpPr/>
      </dsp:nvSpPr>
      <dsp:spPr>
        <a:xfrm>
          <a:off x="3048000" y="1789097"/>
          <a:ext cx="2156482" cy="374265"/>
        </a:xfrm>
        <a:custGeom>
          <a:avLst/>
          <a:gdLst/>
          <a:ahLst/>
          <a:cxnLst/>
          <a:rect l="0" t="0" r="0" b="0"/>
          <a:pathLst>
            <a:path>
              <a:moveTo>
                <a:pt x="0" y="0"/>
              </a:moveTo>
              <a:lnTo>
                <a:pt x="0" y="187132"/>
              </a:lnTo>
              <a:lnTo>
                <a:pt x="2156482" y="187132"/>
              </a:lnTo>
              <a:lnTo>
                <a:pt x="2156482" y="3742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3A580F-96C8-438C-BD04-40103B021D42}">
      <dsp:nvSpPr>
        <dsp:cNvPr id="0" name=""/>
        <dsp:cNvSpPr/>
      </dsp:nvSpPr>
      <dsp:spPr>
        <a:xfrm>
          <a:off x="3002280" y="1789097"/>
          <a:ext cx="91440" cy="374265"/>
        </a:xfrm>
        <a:custGeom>
          <a:avLst/>
          <a:gdLst/>
          <a:ahLst/>
          <a:cxnLst/>
          <a:rect l="0" t="0" r="0" b="0"/>
          <a:pathLst>
            <a:path>
              <a:moveTo>
                <a:pt x="45720" y="0"/>
              </a:moveTo>
              <a:lnTo>
                <a:pt x="45720" y="3742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184850-758A-4AA1-A79F-CCC22CEC8FF4}">
      <dsp:nvSpPr>
        <dsp:cNvPr id="0" name=""/>
        <dsp:cNvSpPr/>
      </dsp:nvSpPr>
      <dsp:spPr>
        <a:xfrm>
          <a:off x="891517" y="1789097"/>
          <a:ext cx="2156482" cy="374265"/>
        </a:xfrm>
        <a:custGeom>
          <a:avLst/>
          <a:gdLst/>
          <a:ahLst/>
          <a:cxnLst/>
          <a:rect l="0" t="0" r="0" b="0"/>
          <a:pathLst>
            <a:path>
              <a:moveTo>
                <a:pt x="2156482" y="0"/>
              </a:moveTo>
              <a:lnTo>
                <a:pt x="2156482" y="187132"/>
              </a:lnTo>
              <a:lnTo>
                <a:pt x="0" y="187132"/>
              </a:lnTo>
              <a:lnTo>
                <a:pt x="0" y="3742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31BB98-98F0-478F-80DB-7E537DE32F73}">
      <dsp:nvSpPr>
        <dsp:cNvPr id="0" name=""/>
        <dsp:cNvSpPr/>
      </dsp:nvSpPr>
      <dsp:spPr>
        <a:xfrm>
          <a:off x="2156891" y="897989"/>
          <a:ext cx="1782216" cy="891108"/>
        </a:xfrm>
        <a:prstGeom prst="rect">
          <a:avLst/>
        </a:prstGeom>
        <a:solidFill>
          <a:srgbClr val="CC99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err="1">
              <a:latin typeface="Calibri" panose="020F0502020204030204" pitchFamily="34" charset="0"/>
              <a:cs typeface="Calibri" panose="020F0502020204030204" pitchFamily="34" charset="0"/>
            </a:rPr>
            <a:t>Hình</a:t>
          </a:r>
          <a:r>
            <a:rPr lang="en-US" sz="3000" kern="1200" dirty="0">
              <a:latin typeface="Calibri" panose="020F0502020204030204" pitchFamily="34" charset="0"/>
              <a:cs typeface="Calibri" panose="020F0502020204030204" pitchFamily="34" charset="0"/>
            </a:rPr>
            <a:t> </a:t>
          </a:r>
          <a:r>
            <a:rPr lang="en-US" sz="3000" kern="1200" dirty="0" err="1">
              <a:latin typeface="Calibri" panose="020F0502020204030204" pitchFamily="34" charset="0"/>
              <a:cs typeface="Calibri" panose="020F0502020204030204" pitchFamily="34" charset="0"/>
            </a:rPr>
            <a:t>thức</a:t>
          </a:r>
          <a:endParaRPr lang="en-US" sz="3000" kern="1200" dirty="0">
            <a:latin typeface="Calibri" panose="020F0502020204030204" pitchFamily="34" charset="0"/>
            <a:cs typeface="Calibri" panose="020F0502020204030204" pitchFamily="34" charset="0"/>
          </a:endParaRPr>
        </a:p>
      </dsp:txBody>
      <dsp:txXfrm>
        <a:off x="2156891" y="897989"/>
        <a:ext cx="1782216" cy="891108"/>
      </dsp:txXfrm>
    </dsp:sp>
    <dsp:sp modelId="{53435C57-E04E-4B9D-82EF-EAC5250AD072}">
      <dsp:nvSpPr>
        <dsp:cNvPr id="0" name=""/>
        <dsp:cNvSpPr/>
      </dsp:nvSpPr>
      <dsp:spPr>
        <a:xfrm>
          <a:off x="409" y="2163363"/>
          <a:ext cx="1782216" cy="891108"/>
        </a:xfrm>
        <a:prstGeom prst="rect">
          <a:avLst/>
        </a:prstGeom>
        <a:solidFill>
          <a:schemeClr val="bg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latin typeface="Calibri" panose="020F0502020204030204" pitchFamily="34" charset="0"/>
              <a:cs typeface="Calibri" panose="020F0502020204030204" pitchFamily="34" charset="0"/>
            </a:rPr>
            <a:t>Chính</a:t>
          </a:r>
          <a:r>
            <a:rPr lang="en-US" sz="2600" kern="1200" dirty="0">
              <a:latin typeface="Calibri" panose="020F0502020204030204" pitchFamily="34" charset="0"/>
              <a:cs typeface="Calibri" panose="020F0502020204030204" pitchFamily="34" charset="0"/>
            </a:rPr>
            <a:t> </a:t>
          </a:r>
          <a:r>
            <a:rPr lang="en-US" sz="2600" kern="1200" dirty="0" err="1">
              <a:latin typeface="Calibri" panose="020F0502020204030204" pitchFamily="34" charset="0"/>
              <a:cs typeface="Calibri" panose="020F0502020204030204" pitchFamily="34" charset="0"/>
            </a:rPr>
            <a:t>thể</a:t>
          </a:r>
          <a:endParaRPr lang="en-US" sz="2600" kern="1200" dirty="0">
            <a:latin typeface="Calibri" panose="020F0502020204030204" pitchFamily="34" charset="0"/>
            <a:cs typeface="Calibri" panose="020F0502020204030204" pitchFamily="34" charset="0"/>
          </a:endParaRPr>
        </a:p>
      </dsp:txBody>
      <dsp:txXfrm>
        <a:off x="409" y="2163363"/>
        <a:ext cx="1782216" cy="891108"/>
      </dsp:txXfrm>
    </dsp:sp>
    <dsp:sp modelId="{38A0AEBE-3834-4C65-B18D-38171B644E0C}">
      <dsp:nvSpPr>
        <dsp:cNvPr id="0" name=""/>
        <dsp:cNvSpPr/>
      </dsp:nvSpPr>
      <dsp:spPr>
        <a:xfrm>
          <a:off x="2156891" y="2163363"/>
          <a:ext cx="1782216" cy="891108"/>
        </a:xfrm>
        <a:prstGeom prst="rect">
          <a:avLst/>
        </a:prstGeom>
        <a:solidFill>
          <a:srgbClr val="5DAF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latin typeface="Calibri" panose="020F0502020204030204" pitchFamily="34" charset="0"/>
              <a:cs typeface="Calibri" panose="020F0502020204030204" pitchFamily="34" charset="0"/>
            </a:rPr>
            <a:t>Cấu</a:t>
          </a:r>
          <a:r>
            <a:rPr lang="en-US" sz="2600" kern="1200" dirty="0">
              <a:latin typeface="Calibri" panose="020F0502020204030204" pitchFamily="34" charset="0"/>
              <a:cs typeface="Calibri" panose="020F0502020204030204" pitchFamily="34" charset="0"/>
            </a:rPr>
            <a:t> </a:t>
          </a:r>
          <a:r>
            <a:rPr lang="en-US" sz="2600" kern="1200" dirty="0" err="1">
              <a:latin typeface="Calibri" panose="020F0502020204030204" pitchFamily="34" charset="0"/>
              <a:cs typeface="Calibri" panose="020F0502020204030204" pitchFamily="34" charset="0"/>
            </a:rPr>
            <a:t>trúc</a:t>
          </a:r>
          <a:r>
            <a:rPr lang="en-US" sz="2600" kern="1200" dirty="0">
              <a:latin typeface="Calibri" panose="020F0502020204030204" pitchFamily="34" charset="0"/>
              <a:cs typeface="Calibri" panose="020F0502020204030204" pitchFamily="34" charset="0"/>
            </a:rPr>
            <a:t> </a:t>
          </a:r>
          <a:r>
            <a:rPr lang="en-US" sz="2600" kern="1200" dirty="0" err="1">
              <a:latin typeface="Calibri" panose="020F0502020204030204" pitchFamily="34" charset="0"/>
              <a:cs typeface="Calibri" panose="020F0502020204030204" pitchFamily="34" charset="0"/>
            </a:rPr>
            <a:t>lãnh</a:t>
          </a:r>
          <a:r>
            <a:rPr lang="en-US" sz="2600" kern="1200" dirty="0">
              <a:latin typeface="Calibri" panose="020F0502020204030204" pitchFamily="34" charset="0"/>
              <a:cs typeface="Calibri" panose="020F0502020204030204" pitchFamily="34" charset="0"/>
            </a:rPr>
            <a:t> </a:t>
          </a:r>
          <a:r>
            <a:rPr lang="en-US" sz="2600" kern="1200" dirty="0" err="1">
              <a:latin typeface="Calibri" panose="020F0502020204030204" pitchFamily="34" charset="0"/>
              <a:cs typeface="Calibri" panose="020F0502020204030204" pitchFamily="34" charset="0"/>
            </a:rPr>
            <a:t>thổ</a:t>
          </a:r>
          <a:endParaRPr lang="en-US" sz="2600" kern="1200" dirty="0">
            <a:latin typeface="Calibri" panose="020F0502020204030204" pitchFamily="34" charset="0"/>
            <a:cs typeface="Calibri" panose="020F0502020204030204" pitchFamily="34" charset="0"/>
          </a:endParaRPr>
        </a:p>
      </dsp:txBody>
      <dsp:txXfrm>
        <a:off x="2156891" y="2163363"/>
        <a:ext cx="1782216" cy="891108"/>
      </dsp:txXfrm>
    </dsp:sp>
    <dsp:sp modelId="{2430C0A2-04EE-4A1F-B8A5-D54FF85C912E}">
      <dsp:nvSpPr>
        <dsp:cNvPr id="0" name=""/>
        <dsp:cNvSpPr/>
      </dsp:nvSpPr>
      <dsp:spPr>
        <a:xfrm>
          <a:off x="4313373" y="2163363"/>
          <a:ext cx="1782216" cy="891108"/>
        </a:xfrm>
        <a:prstGeom prst="rect">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latin typeface="Calibri" panose="020F0502020204030204" pitchFamily="34" charset="0"/>
              <a:cs typeface="Calibri" panose="020F0502020204030204" pitchFamily="34" charset="0"/>
            </a:rPr>
            <a:t>Chế</a:t>
          </a:r>
          <a:r>
            <a:rPr lang="en-US" sz="2600" kern="1200" dirty="0">
              <a:latin typeface="Calibri" panose="020F0502020204030204" pitchFamily="34" charset="0"/>
              <a:cs typeface="Calibri" panose="020F0502020204030204" pitchFamily="34" charset="0"/>
            </a:rPr>
            <a:t> </a:t>
          </a:r>
          <a:r>
            <a:rPr lang="en-US" sz="2600" kern="1200" dirty="0" err="1">
              <a:latin typeface="Calibri" panose="020F0502020204030204" pitchFamily="34" charset="0"/>
              <a:cs typeface="Calibri" panose="020F0502020204030204" pitchFamily="34" charset="0"/>
            </a:rPr>
            <a:t>độ</a:t>
          </a:r>
          <a:r>
            <a:rPr lang="en-US" sz="2600" kern="1200" dirty="0">
              <a:latin typeface="Calibri" panose="020F0502020204030204" pitchFamily="34" charset="0"/>
              <a:cs typeface="Calibri" panose="020F0502020204030204" pitchFamily="34" charset="0"/>
            </a:rPr>
            <a:t> </a:t>
          </a:r>
          <a:r>
            <a:rPr lang="en-US" sz="2600" kern="1200" dirty="0" err="1">
              <a:latin typeface="Calibri" panose="020F0502020204030204" pitchFamily="34" charset="0"/>
              <a:cs typeface="Calibri" panose="020F0502020204030204" pitchFamily="34" charset="0"/>
            </a:rPr>
            <a:t>chính</a:t>
          </a:r>
          <a:r>
            <a:rPr lang="en-US" sz="2600" kern="1200" dirty="0">
              <a:latin typeface="Calibri" panose="020F0502020204030204" pitchFamily="34" charset="0"/>
              <a:cs typeface="Calibri" panose="020F0502020204030204" pitchFamily="34" charset="0"/>
            </a:rPr>
            <a:t> </a:t>
          </a:r>
          <a:r>
            <a:rPr lang="en-US" sz="2600" kern="1200" dirty="0" err="1">
              <a:latin typeface="Calibri" panose="020F0502020204030204" pitchFamily="34" charset="0"/>
              <a:cs typeface="Calibri" panose="020F0502020204030204" pitchFamily="34" charset="0"/>
            </a:rPr>
            <a:t>trị</a:t>
          </a:r>
          <a:endParaRPr lang="en-US" sz="2600" kern="1200" dirty="0">
            <a:latin typeface="Calibri" panose="020F0502020204030204" pitchFamily="34" charset="0"/>
            <a:cs typeface="Calibri" panose="020F0502020204030204" pitchFamily="34" charset="0"/>
          </a:endParaRPr>
        </a:p>
      </dsp:txBody>
      <dsp:txXfrm>
        <a:off x="4313373" y="2163363"/>
        <a:ext cx="1782216" cy="8911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2D253-9E4B-40B4-86C9-0784233E52B6}">
      <dsp:nvSpPr>
        <dsp:cNvPr id="0" name=""/>
        <dsp:cNvSpPr/>
      </dsp:nvSpPr>
      <dsp:spPr>
        <a:xfrm>
          <a:off x="0" y="253999"/>
          <a:ext cx="6096000" cy="38100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68B3EB-BE0E-46D4-93C7-FCCFB892D9E8}">
      <dsp:nvSpPr>
        <dsp:cNvPr id="0" name=""/>
        <dsp:cNvSpPr/>
      </dsp:nvSpPr>
      <dsp:spPr>
        <a:xfrm>
          <a:off x="774192" y="2756661"/>
          <a:ext cx="158496" cy="15849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9CE552-7721-4440-8165-F812B3FAF1C4}">
      <dsp:nvSpPr>
        <dsp:cNvPr id="0" name=""/>
        <dsp:cNvSpPr/>
      </dsp:nvSpPr>
      <dsp:spPr>
        <a:xfrm>
          <a:off x="853440" y="2952091"/>
          <a:ext cx="1420368" cy="868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984" tIns="0" rIns="0" bIns="0" numCol="1" spcCol="1270" anchor="t" anchorCtr="0">
          <a:noAutofit/>
        </a:bodyPr>
        <a:lstStyle/>
        <a:p>
          <a:pPr marL="0" lvl="0" indent="0" algn="l" defTabSz="1377950">
            <a:lnSpc>
              <a:spcPct val="90000"/>
            </a:lnSpc>
            <a:spcBef>
              <a:spcPct val="0"/>
            </a:spcBef>
            <a:spcAft>
              <a:spcPct val="35000"/>
            </a:spcAft>
            <a:buNone/>
          </a:pPr>
          <a:r>
            <a:rPr lang="en-US" sz="3100" kern="1200" dirty="0">
              <a:solidFill>
                <a:srgbClr val="7030A0"/>
              </a:solidFill>
              <a:latin typeface="Calibri" panose="020F0502020204030204" pitchFamily="34" charset="0"/>
              <a:cs typeface="Calibri" panose="020F0502020204030204" pitchFamily="34" charset="0"/>
            </a:rPr>
            <a:t>BMNN </a:t>
          </a:r>
          <a:r>
            <a:rPr lang="en-US" sz="3100" kern="1200" dirty="0" err="1">
              <a:solidFill>
                <a:srgbClr val="7030A0"/>
              </a:solidFill>
              <a:latin typeface="Calibri" panose="020F0502020204030204" pitchFamily="34" charset="0"/>
              <a:cs typeface="Calibri" panose="020F0502020204030204" pitchFamily="34" charset="0"/>
            </a:rPr>
            <a:t>chủ</a:t>
          </a:r>
          <a:r>
            <a:rPr lang="en-US" sz="3100" kern="1200" dirty="0">
              <a:solidFill>
                <a:srgbClr val="7030A0"/>
              </a:solidFill>
              <a:latin typeface="Calibri" panose="020F0502020204030204" pitchFamily="34" charset="0"/>
              <a:cs typeface="Calibri" panose="020F0502020204030204" pitchFamily="34" charset="0"/>
            </a:rPr>
            <a:t> </a:t>
          </a:r>
          <a:r>
            <a:rPr lang="en-US" sz="3100" kern="1200" dirty="0" err="1">
              <a:solidFill>
                <a:srgbClr val="7030A0"/>
              </a:solidFill>
              <a:latin typeface="Calibri" panose="020F0502020204030204" pitchFamily="34" charset="0"/>
              <a:cs typeface="Calibri" panose="020F0502020204030204" pitchFamily="34" charset="0"/>
            </a:rPr>
            <a:t>nô</a:t>
          </a:r>
          <a:endParaRPr lang="en-US" sz="3100" kern="1200" dirty="0">
            <a:solidFill>
              <a:srgbClr val="7030A0"/>
            </a:solidFill>
            <a:latin typeface="Calibri" panose="020F0502020204030204" pitchFamily="34" charset="0"/>
            <a:cs typeface="Calibri" panose="020F0502020204030204" pitchFamily="34" charset="0"/>
          </a:endParaRPr>
        </a:p>
      </dsp:txBody>
      <dsp:txXfrm>
        <a:off x="853440" y="2952091"/>
        <a:ext cx="1420368" cy="868726"/>
      </dsp:txXfrm>
    </dsp:sp>
    <dsp:sp modelId="{02D5D1B2-5735-46CC-8703-7E7677BC1729}">
      <dsp:nvSpPr>
        <dsp:cNvPr id="0" name=""/>
        <dsp:cNvSpPr/>
      </dsp:nvSpPr>
      <dsp:spPr>
        <a:xfrm>
          <a:off x="2173224" y="1721104"/>
          <a:ext cx="286512" cy="28651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A804D4-E91E-4309-93AF-155E3B128E41}">
      <dsp:nvSpPr>
        <dsp:cNvPr id="0" name=""/>
        <dsp:cNvSpPr/>
      </dsp:nvSpPr>
      <dsp:spPr>
        <a:xfrm>
          <a:off x="2316480" y="2083054"/>
          <a:ext cx="1463040" cy="1635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817" tIns="0" rIns="0" bIns="0" numCol="1" spcCol="1270" anchor="t" anchorCtr="0">
          <a:noAutofit/>
        </a:bodyPr>
        <a:lstStyle/>
        <a:p>
          <a:pPr marL="0" lvl="0" indent="0" algn="l" defTabSz="1377950">
            <a:lnSpc>
              <a:spcPct val="90000"/>
            </a:lnSpc>
            <a:spcBef>
              <a:spcPct val="0"/>
            </a:spcBef>
            <a:spcAft>
              <a:spcPct val="35000"/>
            </a:spcAft>
            <a:buNone/>
          </a:pPr>
          <a:r>
            <a:rPr lang="en-US" sz="3100" kern="1200" dirty="0">
              <a:solidFill>
                <a:srgbClr val="7030A0"/>
              </a:solidFill>
              <a:latin typeface="Calibri" panose="020F0502020204030204" pitchFamily="34" charset="0"/>
              <a:cs typeface="Calibri" panose="020F0502020204030204" pitchFamily="34" charset="0"/>
            </a:rPr>
            <a:t>BMNN </a:t>
          </a:r>
          <a:r>
            <a:rPr lang="en-US" sz="3100" kern="1200" dirty="0" err="1">
              <a:solidFill>
                <a:srgbClr val="7030A0"/>
              </a:solidFill>
              <a:latin typeface="Calibri" panose="020F0502020204030204" pitchFamily="34" charset="0"/>
              <a:cs typeface="Calibri" panose="020F0502020204030204" pitchFamily="34" charset="0"/>
            </a:rPr>
            <a:t>phong</a:t>
          </a:r>
          <a:r>
            <a:rPr lang="en-US" sz="3100" kern="1200" dirty="0">
              <a:solidFill>
                <a:srgbClr val="7030A0"/>
              </a:solidFill>
              <a:latin typeface="Calibri" panose="020F0502020204030204" pitchFamily="34" charset="0"/>
              <a:cs typeface="Calibri" panose="020F0502020204030204" pitchFamily="34" charset="0"/>
            </a:rPr>
            <a:t> </a:t>
          </a:r>
          <a:r>
            <a:rPr lang="en-US" sz="3100" kern="1200" dirty="0" err="1">
              <a:solidFill>
                <a:srgbClr val="7030A0"/>
              </a:solidFill>
              <a:latin typeface="Calibri" panose="020F0502020204030204" pitchFamily="34" charset="0"/>
              <a:cs typeface="Calibri" panose="020F0502020204030204" pitchFamily="34" charset="0"/>
            </a:rPr>
            <a:t>kiến</a:t>
          </a:r>
          <a:endParaRPr lang="en-US" sz="3100" kern="1200" dirty="0">
            <a:solidFill>
              <a:srgbClr val="7030A0"/>
            </a:solidFill>
            <a:latin typeface="Calibri" panose="020F0502020204030204" pitchFamily="34" charset="0"/>
            <a:cs typeface="Calibri" panose="020F0502020204030204" pitchFamily="34" charset="0"/>
          </a:endParaRPr>
        </a:p>
      </dsp:txBody>
      <dsp:txXfrm>
        <a:off x="2316480" y="2083054"/>
        <a:ext cx="1463040" cy="1635250"/>
      </dsp:txXfrm>
    </dsp:sp>
    <dsp:sp modelId="{A5DA6CF6-0687-4C75-955B-4DF40A192288}">
      <dsp:nvSpPr>
        <dsp:cNvPr id="0" name=""/>
        <dsp:cNvSpPr/>
      </dsp:nvSpPr>
      <dsp:spPr>
        <a:xfrm>
          <a:off x="3855720" y="1090930"/>
          <a:ext cx="396240" cy="3962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719EEF-B3BF-46C1-AAEE-270B0420D27A}">
      <dsp:nvSpPr>
        <dsp:cNvPr id="0" name=""/>
        <dsp:cNvSpPr/>
      </dsp:nvSpPr>
      <dsp:spPr>
        <a:xfrm>
          <a:off x="4053840" y="1568448"/>
          <a:ext cx="1463040" cy="2089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959" tIns="0" rIns="0" bIns="0" numCol="1" spcCol="1270" anchor="t" anchorCtr="0">
          <a:noAutofit/>
        </a:bodyPr>
        <a:lstStyle/>
        <a:p>
          <a:pPr marL="0" lvl="0" indent="0" algn="l" defTabSz="1377950">
            <a:lnSpc>
              <a:spcPct val="90000"/>
            </a:lnSpc>
            <a:spcBef>
              <a:spcPct val="0"/>
            </a:spcBef>
            <a:spcAft>
              <a:spcPct val="35000"/>
            </a:spcAft>
            <a:buNone/>
          </a:pPr>
          <a:r>
            <a:rPr lang="en-US" sz="3100" kern="1200" dirty="0">
              <a:solidFill>
                <a:srgbClr val="7030A0"/>
              </a:solidFill>
              <a:latin typeface="Calibri" panose="020F0502020204030204" pitchFamily="34" charset="0"/>
              <a:cs typeface="Calibri" panose="020F0502020204030204" pitchFamily="34" charset="0"/>
            </a:rPr>
            <a:t>BMNN </a:t>
          </a:r>
          <a:r>
            <a:rPr lang="en-US" sz="3100" kern="1200" dirty="0" err="1">
              <a:solidFill>
                <a:srgbClr val="7030A0"/>
              </a:solidFill>
              <a:latin typeface="Calibri" panose="020F0502020204030204" pitchFamily="34" charset="0"/>
              <a:cs typeface="Calibri" panose="020F0502020204030204" pitchFamily="34" charset="0"/>
            </a:rPr>
            <a:t>tư</a:t>
          </a:r>
          <a:r>
            <a:rPr lang="en-US" sz="3100" kern="1200" dirty="0">
              <a:solidFill>
                <a:srgbClr val="7030A0"/>
              </a:solidFill>
              <a:latin typeface="Calibri" panose="020F0502020204030204" pitchFamily="34" charset="0"/>
              <a:cs typeface="Calibri" panose="020F0502020204030204" pitchFamily="34" charset="0"/>
            </a:rPr>
            <a:t> </a:t>
          </a:r>
          <a:r>
            <a:rPr lang="en-US" sz="3100" kern="1200" dirty="0" err="1">
              <a:solidFill>
                <a:srgbClr val="7030A0"/>
              </a:solidFill>
              <a:latin typeface="Calibri" panose="020F0502020204030204" pitchFamily="34" charset="0"/>
              <a:cs typeface="Calibri" panose="020F0502020204030204" pitchFamily="34" charset="0"/>
            </a:rPr>
            <a:t>sản</a:t>
          </a:r>
          <a:endParaRPr lang="en-US" sz="3100" kern="1200" dirty="0">
            <a:solidFill>
              <a:srgbClr val="7030A0"/>
            </a:solidFill>
            <a:latin typeface="Calibri" panose="020F0502020204030204" pitchFamily="34" charset="0"/>
            <a:cs typeface="Calibri" panose="020F0502020204030204" pitchFamily="34" charset="0"/>
          </a:endParaRPr>
        </a:p>
      </dsp:txBody>
      <dsp:txXfrm>
        <a:off x="4053840" y="1568448"/>
        <a:ext cx="1463040" cy="2089153"/>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0962" name="Shape 3"/>
          <p:cNvSpPr txBox="1">
            <a:spLocks noGrp="1"/>
          </p:cNvSpPr>
          <p:nvPr>
            <p:ph type="hdr" idx="2"/>
          </p:nvPr>
        </p:nvSpPr>
        <p:spPr bwMode="auto">
          <a:xfrm>
            <a:off x="0" y="0"/>
            <a:ext cx="2889250" cy="495221"/>
          </a:xfrm>
          <a:prstGeom prst="rect">
            <a:avLst/>
          </a:prstGeom>
          <a:noFill/>
          <a:ln w="9525">
            <a:noFill/>
            <a:miter lim="800000"/>
            <a:headEnd/>
            <a:tailEnd/>
          </a:ln>
        </p:spPr>
        <p:txBody>
          <a:bodyPr vert="horz" wrap="square" lIns="91425" tIns="91425" rIns="91425" bIns="91425" numCol="1" anchor="t" anchorCtr="0" compatLnSpc="1">
            <a:prstTxWarp prst="textNoShape">
              <a:avLst/>
            </a:prstTxWarp>
          </a:bodyPr>
          <a:lstStyle>
            <a:lvl1pPr>
              <a:defRPr sz="1800"/>
            </a:lvl1pPr>
          </a:lstStyle>
          <a:p>
            <a:endParaRPr lang="en-US"/>
          </a:p>
        </p:txBody>
      </p:sp>
      <p:sp>
        <p:nvSpPr>
          <p:cNvPr id="40963" name="Shape 4"/>
          <p:cNvSpPr txBox="1">
            <a:spLocks noGrp="1"/>
          </p:cNvSpPr>
          <p:nvPr>
            <p:ph type="dt" idx="10"/>
          </p:nvPr>
        </p:nvSpPr>
        <p:spPr bwMode="auto">
          <a:xfrm>
            <a:off x="3776707" y="0"/>
            <a:ext cx="2889250" cy="495221"/>
          </a:xfrm>
          <a:prstGeom prst="rect">
            <a:avLst/>
          </a:prstGeom>
          <a:noFill/>
          <a:ln w="9525">
            <a:noFill/>
            <a:miter lim="800000"/>
            <a:headEnd/>
            <a:tailEnd/>
          </a:ln>
        </p:spPr>
        <p:txBody>
          <a:bodyPr vert="horz" wrap="square" lIns="91425" tIns="91425" rIns="91425" bIns="91425" numCol="1" anchor="t" anchorCtr="0" compatLnSpc="1">
            <a:prstTxWarp prst="textNoShape">
              <a:avLst/>
            </a:prstTxWarp>
          </a:bodyPr>
          <a:lstStyle>
            <a:lvl1pPr algn="r">
              <a:defRPr sz="1200"/>
            </a:lvl1pPr>
          </a:lstStyle>
          <a:p>
            <a:endParaRPr lang="en-US"/>
          </a:p>
        </p:txBody>
      </p:sp>
      <p:sp>
        <p:nvSpPr>
          <p:cNvPr id="48132" name="Shape 5"/>
          <p:cNvSpPr>
            <a:spLocks noGrp="1" noRot="1" noChangeAspect="1"/>
          </p:cNvSpPr>
          <p:nvPr>
            <p:ph type="sldImg" idx="3"/>
          </p:nvPr>
        </p:nvSpPr>
        <p:spPr bwMode="auto">
          <a:xfrm>
            <a:off x="857250" y="742950"/>
            <a:ext cx="4953000" cy="3714750"/>
          </a:xfrm>
          <a:custGeom>
            <a:avLst/>
            <a:gdLst>
              <a:gd name="T0" fmla="*/ 0 w 120000"/>
              <a:gd name="T1" fmla="*/ 0 h 120000"/>
              <a:gd name="T2" fmla="*/ 2147483647 w 120000"/>
              <a:gd name="T3" fmla="*/ 0 h 120000"/>
              <a:gd name="T4" fmla="*/ 2147483647 w 120000"/>
              <a:gd name="T5" fmla="*/ 2147483647 h 120000"/>
              <a:gd name="T6" fmla="*/ 0 w 120000"/>
              <a:gd name="T7" fmla="*/ 2147483647 h 120000"/>
              <a:gd name="T8" fmla="*/ 0 60000 65536"/>
              <a:gd name="T9" fmla="*/ 0 60000 65536"/>
              <a:gd name="T10" fmla="*/ 0 60000 65536"/>
              <a:gd name="T11" fmla="*/ 0 60000 65536"/>
              <a:gd name="T12" fmla="*/ 0 w 120000"/>
              <a:gd name="T13" fmla="*/ 0 h 120000"/>
              <a:gd name="T14" fmla="*/ 120000 w 120000"/>
              <a:gd name="T15" fmla="*/ 120000 h 120000"/>
            </a:gdLst>
            <a:ahLst/>
            <a:cxnLst>
              <a:cxn ang="T8">
                <a:pos x="T0" y="T1"/>
              </a:cxn>
              <a:cxn ang="T9">
                <a:pos x="T2" y="T3"/>
              </a:cxn>
              <a:cxn ang="T10">
                <a:pos x="T4" y="T5"/>
              </a:cxn>
              <a:cxn ang="T11">
                <a:pos x="T6" y="T7"/>
              </a:cxn>
            </a:cxnLst>
            <a:rect l="T12" t="T13" r="T14" b="T15"/>
            <a:pathLst>
              <a:path w="120000" h="120000" extrusionOk="0">
                <a:moveTo>
                  <a:pt x="0" y="0"/>
                </a:moveTo>
                <a:lnTo>
                  <a:pt x="120000" y="0"/>
                </a:lnTo>
                <a:lnTo>
                  <a:pt x="120000" y="120000"/>
                </a:lnTo>
                <a:lnTo>
                  <a:pt x="0" y="120000"/>
                </a:lnTo>
                <a:lnTo>
                  <a:pt x="0" y="0"/>
                </a:lnTo>
                <a:close/>
              </a:path>
            </a:pathLst>
          </a:custGeom>
          <a:noFill/>
          <a:ln w="12700" cap="flat" cmpd="sng">
            <a:solidFill>
              <a:srgbClr val="000000"/>
            </a:solidFill>
            <a:prstDash val="solid"/>
            <a:miter lim="800000"/>
            <a:headEnd type="none" w="med" len="med"/>
            <a:tailEnd type="none" w="med" len="med"/>
          </a:ln>
        </p:spPr>
      </p:sp>
      <p:sp>
        <p:nvSpPr>
          <p:cNvPr id="6" name="Shape 6"/>
          <p:cNvSpPr txBox="1">
            <a:spLocks noGrp="1"/>
          </p:cNvSpPr>
          <p:nvPr>
            <p:ph type="body" idx="1"/>
          </p:nvPr>
        </p:nvSpPr>
        <p:spPr>
          <a:xfrm>
            <a:off x="666750" y="4704596"/>
            <a:ext cx="5334000" cy="4456986"/>
          </a:xfrm>
          <a:prstGeom prst="rect">
            <a:avLst/>
          </a:prstGeom>
          <a:noFill/>
          <a:ln>
            <a:noFill/>
          </a:ln>
        </p:spPr>
        <p:txBody>
          <a:bodyPr vert="horz" wrap="square" lIns="91425" tIns="91425" rIns="91425" bIns="91425" numCol="1" anchor="t" anchorCtr="0" compatLnSpc="1">
            <a:prstTxWarp prst="textNoShape">
              <a:avLst/>
            </a:prstTxWarp>
          </a:bodyPr>
          <a:lstStyle/>
          <a:p>
            <a:pPr lvl="0"/>
            <a:endParaRPr lang="en-US"/>
          </a:p>
        </p:txBody>
      </p:sp>
      <p:sp>
        <p:nvSpPr>
          <p:cNvPr id="40966" name="Shape 7"/>
          <p:cNvSpPr txBox="1">
            <a:spLocks noGrp="1"/>
          </p:cNvSpPr>
          <p:nvPr>
            <p:ph type="ftr" idx="11"/>
          </p:nvPr>
        </p:nvSpPr>
        <p:spPr bwMode="auto">
          <a:xfrm>
            <a:off x="0" y="9407473"/>
            <a:ext cx="2889250" cy="495221"/>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lvl1pPr>
              <a:defRPr sz="1800"/>
            </a:lvl1pPr>
          </a:lstStyle>
          <a:p>
            <a:endParaRPr lang="en-US"/>
          </a:p>
        </p:txBody>
      </p:sp>
      <p:sp>
        <p:nvSpPr>
          <p:cNvPr id="40967" name="Shape 8"/>
          <p:cNvSpPr txBox="1">
            <a:spLocks noGrp="1"/>
          </p:cNvSpPr>
          <p:nvPr>
            <p:ph type="sldNum" idx="12"/>
          </p:nvPr>
        </p:nvSpPr>
        <p:spPr bwMode="auto">
          <a:xfrm>
            <a:off x="3776707" y="9407473"/>
            <a:ext cx="2889250" cy="495221"/>
          </a:xfrm>
          <a:prstGeom prst="rect">
            <a:avLst/>
          </a:prstGeom>
          <a:noFill/>
          <a:ln w="9525">
            <a:noFill/>
            <a:miter lim="800000"/>
            <a:headEnd/>
            <a:tailEnd/>
          </a:ln>
        </p:spPr>
        <p:txBody>
          <a:bodyPr vert="horz" wrap="square" lIns="91425" tIns="45700" rIns="91425" bIns="45700" numCol="1" anchor="b" anchorCtr="0" compatLnSpc="1">
            <a:prstTxWarp prst="textNoShape">
              <a:avLst/>
            </a:prstTxWarp>
          </a:bodyPr>
          <a:lstStyle>
            <a:lvl1pPr algn="r">
              <a:buClr>
                <a:srgbClr val="000000"/>
              </a:buClr>
              <a:buSzPct val="25000"/>
              <a:buFont typeface="Arial" pitchFamily="34" charset="0"/>
              <a:buNone/>
              <a:defRPr sz="1200"/>
            </a:lvl1pPr>
          </a:lstStyle>
          <a:p>
            <a:fld id="{8B11016B-1FF2-45CB-8CCE-84D38C84F1B9}" type="slidenum">
              <a:rPr lang="en-US"/>
              <a:pPr/>
              <a:t>‹#›</a:t>
            </a:fld>
            <a:endParaRPr lang="en-US"/>
          </a:p>
        </p:txBody>
      </p:sp>
    </p:spTree>
    <p:extLst>
      <p:ext uri="{BB962C8B-B14F-4D97-AF65-F5344CB8AC3E}">
        <p14:creationId xmlns:p14="http://schemas.microsoft.com/office/powerpoint/2010/main" val="2249944655"/>
      </p:ext>
    </p:extLst>
  </p:cSld>
  <p:clrMap bg1="lt1" tx1="dk1" bg2="dk2" tx2="lt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742950" indent="-28575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1143000" indent="-2286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600200" indent="-228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2057400" indent="-2286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fld id="{8B11016B-1FF2-45CB-8CCE-84D38C84F1B9}" type="slidenum">
              <a:rPr lang="en-US" smtClean="0"/>
              <a:pPr/>
              <a:t>23</a:t>
            </a:fld>
            <a:endParaRPr lang="en-US"/>
          </a:p>
        </p:txBody>
      </p:sp>
    </p:spTree>
    <p:extLst>
      <p:ext uri="{BB962C8B-B14F-4D97-AF65-F5344CB8AC3E}">
        <p14:creationId xmlns:p14="http://schemas.microsoft.com/office/powerpoint/2010/main" val="460225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DBAE2-7769-41D2-B62C-4D112FAB52C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4AD1DF-DF8A-4F63-8A3E-0787994E263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71E784-1AC8-4F7E-8866-5BBB3735BCCE}"/>
              </a:ext>
            </a:extLst>
          </p:cNvPr>
          <p:cNvSpPr>
            <a:spLocks noGrp="1"/>
          </p:cNvSpPr>
          <p:nvPr>
            <p:ph type="dt" idx="10"/>
          </p:nvPr>
        </p:nvSpPr>
        <p:spPr/>
        <p:txBody>
          <a:bodyPr/>
          <a:lstStyle/>
          <a:p>
            <a:endParaRPr lang="en-US"/>
          </a:p>
        </p:txBody>
      </p:sp>
      <p:sp>
        <p:nvSpPr>
          <p:cNvPr id="5" name="Footer Placeholder 4">
            <a:extLst>
              <a:ext uri="{FF2B5EF4-FFF2-40B4-BE49-F238E27FC236}">
                <a16:creationId xmlns:a16="http://schemas.microsoft.com/office/drawing/2014/main" id="{41DBCD9D-F989-41E7-8975-EC172F22DA99}"/>
              </a:ext>
            </a:extLst>
          </p:cNvPr>
          <p:cNvSpPr>
            <a:spLocks noGrp="1"/>
          </p:cNvSpPr>
          <p:nvPr>
            <p:ph type="ftr" idx="11"/>
          </p:nvPr>
        </p:nvSpPr>
        <p:spPr/>
        <p:txBody>
          <a:bodyPr/>
          <a:lstStyle/>
          <a:p>
            <a:endParaRPr lang="en-US"/>
          </a:p>
        </p:txBody>
      </p:sp>
      <p:sp>
        <p:nvSpPr>
          <p:cNvPr id="6" name="Slide Number Placeholder 5">
            <a:extLst>
              <a:ext uri="{FF2B5EF4-FFF2-40B4-BE49-F238E27FC236}">
                <a16:creationId xmlns:a16="http://schemas.microsoft.com/office/drawing/2014/main" id="{C6018670-AF77-4E12-B345-E3E0EFEC7777}"/>
              </a:ext>
            </a:extLst>
          </p:cNvPr>
          <p:cNvSpPr>
            <a:spLocks noGrp="1"/>
          </p:cNvSpPr>
          <p:nvPr>
            <p:ph type="sldNum" idx="12"/>
          </p:nvPr>
        </p:nvSpPr>
        <p:spPr/>
        <p:txBody>
          <a:bodyPr/>
          <a:lstStyle/>
          <a:p>
            <a:fld id="{EF3F752E-9F18-45DE-A942-DEA27F0F4A62}" type="slidenum">
              <a:rPr lang="en-US" smtClean="0"/>
              <a:pPr/>
              <a:t>‹#›</a:t>
            </a:fld>
            <a:endParaRPr lang="en-US"/>
          </a:p>
        </p:txBody>
      </p:sp>
    </p:spTree>
    <p:extLst>
      <p:ext uri="{BB962C8B-B14F-4D97-AF65-F5344CB8AC3E}">
        <p14:creationId xmlns:p14="http://schemas.microsoft.com/office/powerpoint/2010/main" val="2754527974"/>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96076-DC3A-43FE-8275-C735AF8E30BC}"/>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05AEB3B7-0009-4F7B-B2C6-EFDE6132699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983B9B6-5935-48B7-B73D-559952D4E789}"/>
              </a:ext>
            </a:extLst>
          </p:cNvPr>
          <p:cNvSpPr>
            <a:spLocks noGrp="1"/>
          </p:cNvSpPr>
          <p:nvPr>
            <p:ph type="sldNum" sz="quarter" idx="12"/>
          </p:nvPr>
        </p:nvSpPr>
        <p:spPr/>
        <p:txBody>
          <a:bodyPr/>
          <a:lstStyle>
            <a:lvl1pPr>
              <a:defRPr/>
            </a:lvl1pPr>
          </a:lstStyle>
          <a:p>
            <a:pPr>
              <a:defRPr/>
            </a:pPr>
            <a:fld id="{854A4F2A-15E7-40B2-A91D-DF433AED909F}" type="slidenum">
              <a:rPr lang="en-US" altLang="en-US"/>
              <a:pPr>
                <a:defRPr/>
              </a:pPr>
              <a:t>‹#›</a:t>
            </a:fld>
            <a:endParaRPr lang="en-US" altLang="en-US"/>
          </a:p>
        </p:txBody>
      </p:sp>
    </p:spTree>
    <p:extLst>
      <p:ext uri="{BB962C8B-B14F-4D97-AF65-F5344CB8AC3E}">
        <p14:creationId xmlns:p14="http://schemas.microsoft.com/office/powerpoint/2010/main" val="30703921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alphaModFix amt="55000"/>
            <a:lum/>
          </a:blip>
          <a:srcRect/>
          <a:tile tx="0" ty="0" sx="100000" sy="100000" flip="none" algn="tl"/>
        </a:blipFill>
        <a:effectLst/>
      </p:bgPr>
    </p:bg>
    <p:spTree>
      <p:nvGrpSpPr>
        <p:cNvPr id="1" name=""/>
        <p:cNvGrpSpPr/>
        <p:nvPr/>
      </p:nvGrpSpPr>
      <p:grpSpPr>
        <a:xfrm>
          <a:off x="0" y="0"/>
          <a:ext cx="0" cy="0"/>
          <a:chOff x="0" y="0"/>
          <a:chExt cx="0" cy="0"/>
        </a:xfrm>
      </p:grpSpPr>
      <p:sp>
        <p:nvSpPr>
          <p:cNvPr id="1026" name="Shape 85"/>
          <p:cNvSpPr txBox="1">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p>
            <a:pPr lvl="0"/>
            <a:endParaRPr lang="en-US">
              <a:sym typeface="Arial" pitchFamily="34" charset="0"/>
            </a:endParaRPr>
          </a:p>
        </p:txBody>
      </p:sp>
      <p:sp>
        <p:nvSpPr>
          <p:cNvPr id="1027" name="Shape 86"/>
          <p:cNvSpPr txBox="1">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25" tIns="91425" rIns="91425" bIns="91425" numCol="1" anchor="t" anchorCtr="0" compatLnSpc="1">
            <a:prstTxWarp prst="textNoShape">
              <a:avLst/>
            </a:prstTxWarp>
          </a:bodyPr>
          <a:lstStyle/>
          <a:p>
            <a:pPr lvl="0"/>
            <a:endParaRPr lang="en-US">
              <a:sym typeface="Arial" pitchFamily="34" charset="0"/>
            </a:endParaRPr>
          </a:p>
        </p:txBody>
      </p:sp>
      <p:sp>
        <p:nvSpPr>
          <p:cNvPr id="2052" name="Shape 87"/>
          <p:cNvSpPr txBox="1">
            <a:spLocks noGrp="1"/>
          </p:cNvSpPr>
          <p:nvPr>
            <p:ph type="dt" idx="10"/>
          </p:nvPr>
        </p:nvSpPr>
        <p:spPr bwMode="auto">
          <a:xfrm>
            <a:off x="457200" y="6356350"/>
            <a:ext cx="2133600" cy="365125"/>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lvl1pPr>
              <a:defRPr sz="1200">
                <a:solidFill>
                  <a:srgbClr val="898989"/>
                </a:solidFill>
              </a:defRPr>
            </a:lvl1pPr>
          </a:lstStyle>
          <a:p>
            <a:endParaRPr lang="en-US"/>
          </a:p>
        </p:txBody>
      </p:sp>
      <p:sp>
        <p:nvSpPr>
          <p:cNvPr id="2053" name="Shape 88"/>
          <p:cNvSpPr txBox="1">
            <a:spLocks noGrp="1"/>
          </p:cNvSpPr>
          <p:nvPr>
            <p:ph type="ftr" idx="11"/>
          </p:nvPr>
        </p:nvSpPr>
        <p:spPr bwMode="auto">
          <a:xfrm>
            <a:off x="3124200" y="6356350"/>
            <a:ext cx="2895600" cy="365125"/>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lvl1pPr>
              <a:defRPr sz="1800"/>
            </a:lvl1pPr>
          </a:lstStyle>
          <a:p>
            <a:endParaRPr lang="en-US"/>
          </a:p>
        </p:txBody>
      </p:sp>
      <p:sp>
        <p:nvSpPr>
          <p:cNvPr id="2054" name="Shape 89"/>
          <p:cNvSpPr txBox="1">
            <a:spLocks noGrp="1"/>
          </p:cNvSpPr>
          <p:nvPr>
            <p:ph type="sldNum" idx="12"/>
          </p:nvPr>
        </p:nvSpPr>
        <p:spPr bwMode="auto">
          <a:xfrm>
            <a:off x="6553200" y="6356350"/>
            <a:ext cx="2133600" cy="365125"/>
          </a:xfrm>
          <a:prstGeom prst="rect">
            <a:avLst/>
          </a:prstGeom>
          <a:noFill/>
          <a:ln w="9525">
            <a:noFill/>
            <a:miter lim="800000"/>
            <a:headEnd/>
            <a:tailEnd/>
          </a:ln>
        </p:spPr>
        <p:txBody>
          <a:bodyPr vert="horz" wrap="square" lIns="91425" tIns="45700" rIns="91425" bIns="45700" numCol="1" anchor="ctr" anchorCtr="0" compatLnSpc="1">
            <a:prstTxWarp prst="textNoShape">
              <a:avLst/>
            </a:prstTxWarp>
          </a:bodyPr>
          <a:lstStyle>
            <a:lvl1pPr algn="r">
              <a:buClr>
                <a:srgbClr val="898989"/>
              </a:buClr>
              <a:buSzPct val="25000"/>
              <a:buFont typeface="Arial" pitchFamily="34" charset="0"/>
              <a:buNone/>
              <a:defRPr sz="1200">
                <a:solidFill>
                  <a:srgbClr val="898989"/>
                </a:solidFill>
              </a:defRPr>
            </a:lvl1pPr>
          </a:lstStyle>
          <a:p>
            <a:fld id="{EF3F752E-9F18-45DE-A942-DEA27F0F4A62}" type="slidenum">
              <a:rPr lang="en-US"/>
              <a:pPr/>
              <a:t>‹#›</a:t>
            </a:fld>
            <a:endParaRPr lang="en-US"/>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Lst>
  <p:transition spd="slow">
    <p:wipe dir="d"/>
  </p:transition>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marL="742950" lvl="1" indent="-285750" algn="l" rtl="0" eaLnBrk="0" fontAlgn="base" hangingPunct="0">
        <a:spcBef>
          <a:spcPct val="0"/>
        </a:spcBef>
        <a:spcAft>
          <a:spcPct val="0"/>
        </a:spcAft>
        <a:defRPr sz="1400">
          <a:solidFill>
            <a:srgbClr val="000000"/>
          </a:solidFill>
          <a:latin typeface="Arial"/>
          <a:ea typeface="Arial"/>
          <a:cs typeface="Arial"/>
          <a:sym typeface="Arial" pitchFamily="34" charset="0"/>
        </a:defRPr>
      </a:lvl2pPr>
      <a:lvl3pPr marL="1143000" lvl="2" indent="-228600" algn="l" rtl="0" eaLnBrk="0" fontAlgn="base" hangingPunct="0">
        <a:spcBef>
          <a:spcPct val="0"/>
        </a:spcBef>
        <a:spcAft>
          <a:spcPct val="0"/>
        </a:spcAft>
        <a:defRPr sz="1400">
          <a:solidFill>
            <a:srgbClr val="000000"/>
          </a:solidFill>
          <a:latin typeface="Arial"/>
          <a:ea typeface="Arial"/>
          <a:cs typeface="Arial"/>
          <a:sym typeface="Arial" pitchFamily="34" charset="0"/>
        </a:defRPr>
      </a:lvl3pPr>
      <a:lvl4pPr marL="1600200" lvl="3" indent="-228600" algn="l" rtl="0" eaLnBrk="0" fontAlgn="base" hangingPunct="0">
        <a:spcBef>
          <a:spcPct val="0"/>
        </a:spcBef>
        <a:spcAft>
          <a:spcPct val="0"/>
        </a:spcAft>
        <a:defRPr sz="1400">
          <a:solidFill>
            <a:srgbClr val="000000"/>
          </a:solidFill>
          <a:latin typeface="Arial"/>
          <a:ea typeface="Arial"/>
          <a:cs typeface="Arial"/>
          <a:sym typeface="Arial" pitchFamily="34" charset="0"/>
        </a:defRPr>
      </a:lvl4pPr>
      <a:lvl5pPr marL="2057400" lvl="4" indent="-228600" algn="l" rtl="0" eaLnBrk="0" fontAlgn="base" hangingPunct="0">
        <a:spcBef>
          <a:spcPct val="0"/>
        </a:spcBef>
        <a:spcAft>
          <a:spcPct val="0"/>
        </a:spcAft>
        <a:defRPr sz="1400">
          <a:solidFill>
            <a:srgbClr val="000000"/>
          </a:solidFill>
          <a:latin typeface="Arial"/>
          <a:ea typeface="Arial"/>
          <a:cs typeface="Arial"/>
          <a:sym typeface="Arial"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hyperlink" Target="http://vbpl.vn/" TargetMode="External"/><Relationship Id="rId3" Type="http://schemas.openxmlformats.org/officeDocument/2006/relationships/hyperlink" Target="http://www.gov.vn/" TargetMode="External"/><Relationship Id="rId7" Type="http://schemas.openxmlformats.org/officeDocument/2006/relationships/hyperlink" Target="http://www.toaan.gov.vn/" TargetMode="External"/><Relationship Id="rId2" Type="http://schemas.openxmlformats.org/officeDocument/2006/relationships/hyperlink" Target="http://www.na.gov.vn/" TargetMode="External"/><Relationship Id="rId1" Type="http://schemas.openxmlformats.org/officeDocument/2006/relationships/slideLayout" Target="../slideLayouts/slideLayout1.xml"/><Relationship Id="rId6" Type="http://schemas.openxmlformats.org/officeDocument/2006/relationships/hyperlink" Target="http://www.gso.gov.vn/" TargetMode="External"/><Relationship Id="rId5" Type="http://schemas.openxmlformats.org/officeDocument/2006/relationships/hyperlink" Target="http://www.moit.gov.vn/" TargetMode="External"/><Relationship Id="rId4" Type="http://schemas.openxmlformats.org/officeDocument/2006/relationships/hyperlink" Target="http://www.mpi.gov.vn/"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4.jpg"/><Relationship Id="rId4" Type="http://schemas.openxmlformats.org/officeDocument/2006/relationships/hyperlink" Target="http://images.google.com.vn/imgres?imgurl=http%3A//www.bacninh.gov.vn/Uploaded/phuong/C.jpg&amp;imgrefurl=http%3A//www.bacninh.gov.vn/Story/XaHoiPhatTrien/HoatDongCongDong/2006/5/3173.html&amp;h=200&amp;w=150&amp;sz=7&amp;hl=vi&amp;start=2&amp;usg=__VBx_OCPDeXSe8eYAcmHVJ2biBU4%3D&amp;tbnid=z_GmKU8kU9p0JM%3A&amp;tbnh=104&amp;tbnw=78&amp;prev=/images%3Fq%3DC.MAC%26gbv%3D2%26hl%3Dvi%26sa%3DG"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2CC61-9CFC-4A4D-AB6B-B2056A334E5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665E53B-FBAD-4402-97CF-87D36B2FECAC}"/>
              </a:ext>
            </a:extLst>
          </p:cNvPr>
          <p:cNvSpPr>
            <a:spLocks noGrp="1"/>
          </p:cNvSpPr>
          <p:nvPr>
            <p:ph type="subTitle" idx="1"/>
          </p:nvPr>
        </p:nvSpPr>
        <p:spPr/>
        <p:txBody>
          <a:bodyPr/>
          <a:lstStyle/>
          <a:p>
            <a:endParaRPr lang="en-US"/>
          </a:p>
        </p:txBody>
      </p:sp>
      <p:pic>
        <p:nvPicPr>
          <p:cNvPr id="5" name="Picture 4" descr="A picture containing graphical user interface&#10;&#10;Description automatically generated">
            <a:extLst>
              <a:ext uri="{FF2B5EF4-FFF2-40B4-BE49-F238E27FC236}">
                <a16:creationId xmlns:a16="http://schemas.microsoft.com/office/drawing/2014/main" id="{C51FBD2A-9BE3-42F9-BC7E-BFD4DAEEC377}"/>
              </a:ext>
            </a:extLst>
          </p:cNvPr>
          <p:cNvPicPr>
            <a:picLocks noChangeAspect="1"/>
          </p:cNvPicPr>
          <p:nvPr/>
        </p:nvPicPr>
        <p:blipFill>
          <a:blip r:embed="rId2"/>
          <a:stretch>
            <a:fillRect/>
          </a:stretch>
        </p:blipFill>
        <p:spPr>
          <a:xfrm>
            <a:off x="0" y="-60548"/>
            <a:ext cx="9144000" cy="6979095"/>
          </a:xfrm>
          <a:prstGeom prst="rect">
            <a:avLst/>
          </a:prstGeom>
        </p:spPr>
      </p:pic>
    </p:spTree>
    <p:extLst>
      <p:ext uri="{BB962C8B-B14F-4D97-AF65-F5344CB8AC3E}">
        <p14:creationId xmlns:p14="http://schemas.microsoft.com/office/powerpoint/2010/main" val="1064807591"/>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034CEE1-E3FC-4202-B0DD-E9BB64ECEC2F}"/>
              </a:ext>
            </a:extLst>
          </p:cNvPr>
          <p:cNvSpPr txBox="1"/>
          <p:nvPr/>
        </p:nvSpPr>
        <p:spPr>
          <a:xfrm>
            <a:off x="533400" y="1295400"/>
            <a:ext cx="8077200" cy="2522294"/>
          </a:xfrm>
          <a:prstGeom prst="rect">
            <a:avLst/>
          </a:prstGeom>
          <a:noFill/>
        </p:spPr>
        <p:txBody>
          <a:bodyPr wrap="square">
            <a:spAutoFit/>
          </a:bodyPr>
          <a:lstStyle/>
          <a:p>
            <a:pPr algn="ctr">
              <a:lnSpc>
                <a:spcPct val="100000"/>
              </a:lnSpc>
              <a:spcBef>
                <a:spcPts val="1255"/>
              </a:spcBef>
              <a:tabLst>
                <a:tab pos="1590675" algn="l"/>
              </a:tabLst>
            </a:pPr>
            <a:r>
              <a:rPr lang="vi-VN" sz="4800" b="1" spc="-25" dirty="0">
                <a:solidFill>
                  <a:srgbClr val="FF0000"/>
                </a:solidFill>
                <a:latin typeface="+mj-lt"/>
                <a:cs typeface="Arial"/>
              </a:rPr>
              <a:t>MÔN</a:t>
            </a:r>
            <a:r>
              <a:rPr lang="vi-VN" sz="4800" b="1" dirty="0">
                <a:solidFill>
                  <a:srgbClr val="FF0000"/>
                </a:solidFill>
                <a:latin typeface="+mj-lt"/>
                <a:cs typeface="Arial"/>
              </a:rPr>
              <a:t>	</a:t>
            </a:r>
            <a:r>
              <a:rPr lang="vi-VN" sz="4800" b="1" spc="-25" dirty="0">
                <a:solidFill>
                  <a:srgbClr val="FF0000"/>
                </a:solidFill>
                <a:latin typeface="+mj-lt"/>
                <a:cs typeface="Arial"/>
              </a:rPr>
              <a:t>HỌC</a:t>
            </a:r>
            <a:endParaRPr lang="vi-VN" sz="4800" b="1" dirty="0">
              <a:solidFill>
                <a:srgbClr val="FF0000"/>
              </a:solidFill>
              <a:latin typeface="+mj-lt"/>
              <a:cs typeface="Arial"/>
            </a:endParaRPr>
          </a:p>
          <a:p>
            <a:pPr marL="12065" marR="5080" algn="ctr">
              <a:lnSpc>
                <a:spcPct val="120000"/>
              </a:lnSpc>
            </a:pPr>
            <a:r>
              <a:rPr lang="vi-VN" sz="4800" b="1" dirty="0">
                <a:solidFill>
                  <a:srgbClr val="FF0000"/>
                </a:solidFill>
                <a:latin typeface="+mj-lt"/>
                <a:cs typeface="Arial"/>
              </a:rPr>
              <a:t>PHÁP</a:t>
            </a:r>
            <a:r>
              <a:rPr lang="vi-VN" sz="4800" b="1" spc="-45" dirty="0">
                <a:solidFill>
                  <a:srgbClr val="FF0000"/>
                </a:solidFill>
                <a:latin typeface="+mj-lt"/>
                <a:cs typeface="Arial"/>
              </a:rPr>
              <a:t> </a:t>
            </a:r>
            <a:r>
              <a:rPr lang="vi-VN" sz="4800" b="1" dirty="0">
                <a:solidFill>
                  <a:srgbClr val="FF0000"/>
                </a:solidFill>
                <a:latin typeface="+mj-lt"/>
                <a:cs typeface="Arial"/>
              </a:rPr>
              <a:t>LUẬT</a:t>
            </a:r>
            <a:r>
              <a:rPr lang="vi-VN" sz="4800" b="1" spc="-45" dirty="0">
                <a:solidFill>
                  <a:srgbClr val="FF0000"/>
                </a:solidFill>
                <a:latin typeface="+mj-lt"/>
                <a:cs typeface="Arial"/>
              </a:rPr>
              <a:t> </a:t>
            </a:r>
            <a:r>
              <a:rPr lang="vi-VN" sz="4800" b="1" dirty="0">
                <a:solidFill>
                  <a:srgbClr val="FF0000"/>
                </a:solidFill>
                <a:latin typeface="+mj-lt"/>
                <a:cs typeface="Arial"/>
              </a:rPr>
              <a:t>ĐẠI</a:t>
            </a:r>
            <a:r>
              <a:rPr lang="vi-VN" sz="4800" b="1" spc="-40" dirty="0">
                <a:solidFill>
                  <a:srgbClr val="FF0000"/>
                </a:solidFill>
                <a:latin typeface="+mj-lt"/>
                <a:cs typeface="Arial"/>
              </a:rPr>
              <a:t> </a:t>
            </a:r>
            <a:r>
              <a:rPr lang="vi-VN" sz="4800" b="1" spc="-10" dirty="0">
                <a:solidFill>
                  <a:srgbClr val="FF0000"/>
                </a:solidFill>
                <a:latin typeface="+mj-lt"/>
                <a:cs typeface="Arial"/>
              </a:rPr>
              <a:t>CƯƠNG</a:t>
            </a:r>
            <a:endParaRPr lang="en-US" sz="4800" b="1" spc="-10" dirty="0">
              <a:solidFill>
                <a:srgbClr val="FF0000"/>
              </a:solidFill>
              <a:latin typeface="+mj-lt"/>
              <a:cs typeface="Arial"/>
            </a:endParaRPr>
          </a:p>
          <a:p>
            <a:pPr marL="12065" marR="5080" algn="ctr">
              <a:lnSpc>
                <a:spcPct val="120000"/>
              </a:lnSpc>
            </a:pPr>
            <a:r>
              <a:rPr lang="vi-VN" sz="4800" b="1" dirty="0">
                <a:solidFill>
                  <a:srgbClr val="FF0000"/>
                </a:solidFill>
                <a:latin typeface="+mj-lt"/>
                <a:cs typeface="Arial"/>
              </a:rPr>
              <a:t>(GENERAL</a:t>
            </a:r>
            <a:r>
              <a:rPr lang="vi-VN" sz="4800" b="1" spc="-25" dirty="0">
                <a:solidFill>
                  <a:srgbClr val="FF0000"/>
                </a:solidFill>
                <a:latin typeface="+mj-lt"/>
                <a:cs typeface="Arial"/>
              </a:rPr>
              <a:t> </a:t>
            </a:r>
            <a:r>
              <a:rPr lang="vi-VN" sz="4800" b="1" spc="-20" dirty="0">
                <a:solidFill>
                  <a:srgbClr val="FF0000"/>
                </a:solidFill>
                <a:latin typeface="+mj-lt"/>
                <a:cs typeface="Arial"/>
              </a:rPr>
              <a:t>LAW)</a:t>
            </a:r>
            <a:endParaRPr lang="vi-VN" sz="4800" dirty="0">
              <a:solidFill>
                <a:srgbClr val="FF0000"/>
              </a:solidFill>
              <a:latin typeface="+mj-lt"/>
              <a:cs typeface="Arial"/>
            </a:endParaRPr>
          </a:p>
        </p:txBody>
      </p:sp>
      <p:sp>
        <p:nvSpPr>
          <p:cNvPr id="10" name="TextBox 9">
            <a:extLst>
              <a:ext uri="{FF2B5EF4-FFF2-40B4-BE49-F238E27FC236}">
                <a16:creationId xmlns:a16="http://schemas.microsoft.com/office/drawing/2014/main" id="{6FFEAB4A-ED3F-4C79-B5EB-18E03C5D43AD}"/>
              </a:ext>
            </a:extLst>
          </p:cNvPr>
          <p:cNvSpPr txBox="1"/>
          <p:nvPr/>
        </p:nvSpPr>
        <p:spPr>
          <a:xfrm>
            <a:off x="990600" y="304800"/>
            <a:ext cx="6553200" cy="400110"/>
          </a:xfrm>
          <a:prstGeom prst="rect">
            <a:avLst/>
          </a:prstGeom>
          <a:noFill/>
        </p:spPr>
        <p:txBody>
          <a:bodyPr wrap="square" rtlCol="0">
            <a:spAutoFit/>
          </a:bodyPr>
          <a:lstStyle/>
          <a:p>
            <a:r>
              <a:rPr lang="en-US" sz="2000" b="1" dirty="0">
                <a:solidFill>
                  <a:schemeClr val="accent1">
                    <a:lumMod val="75000"/>
                  </a:schemeClr>
                </a:solidFill>
              </a:rPr>
              <a:t>TRƯỜNG ĐẠI HỌC CÔNG NGHỆ THÔNG TIN</a:t>
            </a:r>
          </a:p>
        </p:txBody>
      </p:sp>
      <p:pic>
        <p:nvPicPr>
          <p:cNvPr id="1028" name="Picture 4" descr="Ban quản lý cơ sở | Trường Đại học Công nghệ Thông tin">
            <a:extLst>
              <a:ext uri="{FF2B5EF4-FFF2-40B4-BE49-F238E27FC236}">
                <a16:creationId xmlns:a16="http://schemas.microsoft.com/office/drawing/2014/main" id="{E9780F66-ABC7-4AB1-A73F-8F230CBE27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114800"/>
            <a:ext cx="91440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495777"/>
      </p:ext>
    </p:extLst>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B7426A-6FC0-4149-BA61-D16B2C4D21F0}"/>
              </a:ext>
            </a:extLst>
          </p:cNvPr>
          <p:cNvSpPr txBox="1"/>
          <p:nvPr/>
        </p:nvSpPr>
        <p:spPr>
          <a:xfrm>
            <a:off x="990600" y="304800"/>
            <a:ext cx="6553200" cy="400110"/>
          </a:xfrm>
          <a:prstGeom prst="rect">
            <a:avLst/>
          </a:prstGeom>
          <a:noFill/>
        </p:spPr>
        <p:txBody>
          <a:bodyPr wrap="square" rtlCol="0">
            <a:spAutoFit/>
          </a:bodyPr>
          <a:lstStyle/>
          <a:p>
            <a:r>
              <a:rPr lang="en-US" sz="2000" b="1" dirty="0">
                <a:solidFill>
                  <a:schemeClr val="accent1">
                    <a:lumMod val="75000"/>
                  </a:schemeClr>
                </a:solidFill>
              </a:rPr>
              <a:t>TRƯỜNG ĐẠI HỌC CÔNG NGHỆ THÔNG TIN</a:t>
            </a:r>
          </a:p>
        </p:txBody>
      </p:sp>
      <p:grpSp>
        <p:nvGrpSpPr>
          <p:cNvPr id="5" name="object 3">
            <a:extLst>
              <a:ext uri="{FF2B5EF4-FFF2-40B4-BE49-F238E27FC236}">
                <a16:creationId xmlns:a16="http://schemas.microsoft.com/office/drawing/2014/main" id="{C05A458F-B323-4F01-9479-50B96C826A44}"/>
              </a:ext>
            </a:extLst>
          </p:cNvPr>
          <p:cNvGrpSpPr/>
          <p:nvPr/>
        </p:nvGrpSpPr>
        <p:grpSpPr>
          <a:xfrm>
            <a:off x="0" y="1143000"/>
            <a:ext cx="9144000" cy="6943216"/>
            <a:chOff x="-4572" y="-4572"/>
            <a:chExt cx="9153525" cy="6867525"/>
          </a:xfrm>
        </p:grpSpPr>
        <p:sp>
          <p:nvSpPr>
            <p:cNvPr id="6" name="object 4">
              <a:extLst>
                <a:ext uri="{FF2B5EF4-FFF2-40B4-BE49-F238E27FC236}">
                  <a16:creationId xmlns:a16="http://schemas.microsoft.com/office/drawing/2014/main" id="{7E52859A-5BE0-486F-8AC1-0D673E2A2D00}"/>
                </a:ext>
              </a:extLst>
            </p:cNvPr>
            <p:cNvSpPr/>
            <p:nvPr/>
          </p:nvSpPr>
          <p:spPr>
            <a:xfrm>
              <a:off x="0" y="0"/>
              <a:ext cx="9144000" cy="1066800"/>
            </a:xfrm>
            <a:custGeom>
              <a:avLst/>
              <a:gdLst/>
              <a:ahLst/>
              <a:cxnLst/>
              <a:rect l="l" t="t" r="r" b="b"/>
              <a:pathLst>
                <a:path w="9144000" h="1066800">
                  <a:moveTo>
                    <a:pt x="9144000" y="0"/>
                  </a:moveTo>
                  <a:lnTo>
                    <a:pt x="0" y="0"/>
                  </a:lnTo>
                  <a:lnTo>
                    <a:pt x="0" y="1066800"/>
                  </a:lnTo>
                  <a:lnTo>
                    <a:pt x="9144000" y="1066800"/>
                  </a:lnTo>
                  <a:lnTo>
                    <a:pt x="9144000" y="0"/>
                  </a:lnTo>
                  <a:close/>
                </a:path>
              </a:pathLst>
            </a:custGeom>
            <a:solidFill>
              <a:srgbClr val="FFFFFF"/>
            </a:solidFill>
          </p:spPr>
          <p:txBody>
            <a:bodyPr wrap="square" lIns="0" tIns="0" rIns="0" bIns="0" rtlCol="0"/>
            <a:lstStyle/>
            <a:p>
              <a:endParaRPr/>
            </a:p>
          </p:txBody>
        </p:sp>
        <p:sp>
          <p:nvSpPr>
            <p:cNvPr id="7" name="object 5">
              <a:extLst>
                <a:ext uri="{FF2B5EF4-FFF2-40B4-BE49-F238E27FC236}">
                  <a16:creationId xmlns:a16="http://schemas.microsoft.com/office/drawing/2014/main" id="{063653FB-B6A3-438E-B6A5-C86B4581AD68}"/>
                </a:ext>
              </a:extLst>
            </p:cNvPr>
            <p:cNvSpPr/>
            <p:nvPr/>
          </p:nvSpPr>
          <p:spPr>
            <a:xfrm>
              <a:off x="0" y="0"/>
              <a:ext cx="9144000" cy="1066800"/>
            </a:xfrm>
            <a:custGeom>
              <a:avLst/>
              <a:gdLst/>
              <a:ahLst/>
              <a:cxnLst/>
              <a:rect l="l" t="t" r="r" b="b"/>
              <a:pathLst>
                <a:path w="9144000" h="1066800">
                  <a:moveTo>
                    <a:pt x="0" y="1066800"/>
                  </a:moveTo>
                  <a:lnTo>
                    <a:pt x="9144000" y="1066800"/>
                  </a:lnTo>
                  <a:lnTo>
                    <a:pt x="9144000" y="0"/>
                  </a:lnTo>
                  <a:lnTo>
                    <a:pt x="0" y="0"/>
                  </a:lnTo>
                  <a:lnTo>
                    <a:pt x="0" y="1066800"/>
                  </a:lnTo>
                  <a:close/>
                </a:path>
              </a:pathLst>
            </a:custGeom>
            <a:ln w="9144">
              <a:solidFill>
                <a:srgbClr val="FFFFFF"/>
              </a:solidFill>
            </a:ln>
          </p:spPr>
          <p:txBody>
            <a:bodyPr wrap="square" lIns="0" tIns="0" rIns="0" bIns="0" rtlCol="0"/>
            <a:lstStyle/>
            <a:p>
              <a:endParaRPr/>
            </a:p>
          </p:txBody>
        </p:sp>
        <p:sp>
          <p:nvSpPr>
            <p:cNvPr id="8" name="object 6">
              <a:extLst>
                <a:ext uri="{FF2B5EF4-FFF2-40B4-BE49-F238E27FC236}">
                  <a16:creationId xmlns:a16="http://schemas.microsoft.com/office/drawing/2014/main" id="{411F1648-3674-4BB8-A86E-ED324467BF21}"/>
                </a:ext>
              </a:extLst>
            </p:cNvPr>
            <p:cNvSpPr/>
            <p:nvPr/>
          </p:nvSpPr>
          <p:spPr>
            <a:xfrm>
              <a:off x="0" y="0"/>
              <a:ext cx="9144000" cy="6771005"/>
            </a:xfrm>
            <a:custGeom>
              <a:avLst/>
              <a:gdLst/>
              <a:ahLst/>
              <a:cxnLst/>
              <a:rect l="l" t="t" r="r" b="b"/>
              <a:pathLst>
                <a:path w="9144000" h="6771005">
                  <a:moveTo>
                    <a:pt x="9056726" y="87274"/>
                  </a:moveTo>
                  <a:lnTo>
                    <a:pt x="87223" y="87274"/>
                  </a:lnTo>
                  <a:lnTo>
                    <a:pt x="87223" y="6770776"/>
                  </a:lnTo>
                  <a:lnTo>
                    <a:pt x="9056726" y="6770776"/>
                  </a:lnTo>
                  <a:lnTo>
                    <a:pt x="9056726" y="87274"/>
                  </a:lnTo>
                  <a:close/>
                </a:path>
                <a:path w="9144000" h="6771005">
                  <a:moveTo>
                    <a:pt x="9144000" y="0"/>
                  </a:moveTo>
                  <a:lnTo>
                    <a:pt x="0" y="0"/>
                  </a:lnTo>
                  <a:lnTo>
                    <a:pt x="87223" y="87249"/>
                  </a:lnTo>
                  <a:lnTo>
                    <a:pt x="9056751" y="87249"/>
                  </a:lnTo>
                  <a:lnTo>
                    <a:pt x="9144000" y="0"/>
                  </a:lnTo>
                  <a:close/>
                </a:path>
              </a:pathLst>
            </a:custGeom>
            <a:solidFill>
              <a:srgbClr val="FFFFFF"/>
            </a:solidFill>
          </p:spPr>
          <p:txBody>
            <a:bodyPr wrap="square" lIns="0" tIns="0" rIns="0" bIns="0" rtlCol="0"/>
            <a:lstStyle/>
            <a:p>
              <a:endParaRPr/>
            </a:p>
          </p:txBody>
        </p:sp>
        <p:sp>
          <p:nvSpPr>
            <p:cNvPr id="9" name="object 7">
              <a:extLst>
                <a:ext uri="{FF2B5EF4-FFF2-40B4-BE49-F238E27FC236}">
                  <a16:creationId xmlns:a16="http://schemas.microsoft.com/office/drawing/2014/main" id="{0161C916-B7B2-4E26-A64B-896053F74673}"/>
                </a:ext>
              </a:extLst>
            </p:cNvPr>
            <p:cNvSpPr/>
            <p:nvPr/>
          </p:nvSpPr>
          <p:spPr>
            <a:xfrm>
              <a:off x="0" y="6770770"/>
              <a:ext cx="9144000" cy="87630"/>
            </a:xfrm>
            <a:custGeom>
              <a:avLst/>
              <a:gdLst/>
              <a:ahLst/>
              <a:cxnLst/>
              <a:rect l="l" t="t" r="r" b="b"/>
              <a:pathLst>
                <a:path w="9144000" h="87629">
                  <a:moveTo>
                    <a:pt x="9056751" y="0"/>
                  </a:moveTo>
                  <a:lnTo>
                    <a:pt x="87229" y="0"/>
                  </a:lnTo>
                  <a:lnTo>
                    <a:pt x="0" y="87229"/>
                  </a:lnTo>
                  <a:lnTo>
                    <a:pt x="9144000" y="87229"/>
                  </a:lnTo>
                  <a:lnTo>
                    <a:pt x="9056751" y="0"/>
                  </a:lnTo>
                  <a:close/>
                </a:path>
              </a:pathLst>
            </a:custGeom>
            <a:solidFill>
              <a:srgbClr val="CDCDCD"/>
            </a:solidFill>
          </p:spPr>
          <p:txBody>
            <a:bodyPr wrap="square" lIns="0" tIns="0" rIns="0" bIns="0" rtlCol="0"/>
            <a:lstStyle/>
            <a:p>
              <a:endParaRPr/>
            </a:p>
          </p:txBody>
        </p:sp>
        <p:sp>
          <p:nvSpPr>
            <p:cNvPr id="10" name="object 8">
              <a:extLst>
                <a:ext uri="{FF2B5EF4-FFF2-40B4-BE49-F238E27FC236}">
                  <a16:creationId xmlns:a16="http://schemas.microsoft.com/office/drawing/2014/main" id="{CDE148DD-D78B-498D-A243-99F606C4AB3C}"/>
                </a:ext>
              </a:extLst>
            </p:cNvPr>
            <p:cNvSpPr/>
            <p:nvPr/>
          </p:nvSpPr>
          <p:spPr>
            <a:xfrm>
              <a:off x="0" y="0"/>
              <a:ext cx="87630" cy="6858000"/>
            </a:xfrm>
            <a:custGeom>
              <a:avLst/>
              <a:gdLst/>
              <a:ahLst/>
              <a:cxnLst/>
              <a:rect l="l" t="t" r="r" b="b"/>
              <a:pathLst>
                <a:path w="87630" h="6858000">
                  <a:moveTo>
                    <a:pt x="0" y="0"/>
                  </a:moveTo>
                  <a:lnTo>
                    <a:pt x="0" y="6857999"/>
                  </a:lnTo>
                  <a:lnTo>
                    <a:pt x="87229" y="6770770"/>
                  </a:lnTo>
                  <a:lnTo>
                    <a:pt x="87229" y="87249"/>
                  </a:lnTo>
                  <a:lnTo>
                    <a:pt x="0" y="0"/>
                  </a:lnTo>
                  <a:close/>
                </a:path>
              </a:pathLst>
            </a:custGeom>
            <a:solidFill>
              <a:srgbClr val="FFFFFF"/>
            </a:solidFill>
          </p:spPr>
          <p:txBody>
            <a:bodyPr wrap="square" lIns="0" tIns="0" rIns="0" bIns="0" rtlCol="0"/>
            <a:lstStyle/>
            <a:p>
              <a:endParaRPr/>
            </a:p>
          </p:txBody>
        </p:sp>
        <p:sp>
          <p:nvSpPr>
            <p:cNvPr id="11" name="object 9">
              <a:extLst>
                <a:ext uri="{FF2B5EF4-FFF2-40B4-BE49-F238E27FC236}">
                  <a16:creationId xmlns:a16="http://schemas.microsoft.com/office/drawing/2014/main" id="{7C6193DC-F2A2-4782-B2D9-354C2B4C11AA}"/>
                </a:ext>
              </a:extLst>
            </p:cNvPr>
            <p:cNvSpPr/>
            <p:nvPr/>
          </p:nvSpPr>
          <p:spPr>
            <a:xfrm>
              <a:off x="9056750" y="0"/>
              <a:ext cx="87630" cy="6858000"/>
            </a:xfrm>
            <a:custGeom>
              <a:avLst/>
              <a:gdLst/>
              <a:ahLst/>
              <a:cxnLst/>
              <a:rect l="l" t="t" r="r" b="b"/>
              <a:pathLst>
                <a:path w="87629" h="6858000">
                  <a:moveTo>
                    <a:pt x="87249" y="0"/>
                  </a:moveTo>
                  <a:lnTo>
                    <a:pt x="0" y="87249"/>
                  </a:lnTo>
                  <a:lnTo>
                    <a:pt x="0" y="6770770"/>
                  </a:lnTo>
                  <a:lnTo>
                    <a:pt x="87249" y="6857999"/>
                  </a:lnTo>
                  <a:lnTo>
                    <a:pt x="87249" y="0"/>
                  </a:lnTo>
                  <a:close/>
                </a:path>
              </a:pathLst>
            </a:custGeom>
            <a:solidFill>
              <a:srgbClr val="999999"/>
            </a:solidFill>
          </p:spPr>
          <p:txBody>
            <a:bodyPr wrap="square" lIns="0" tIns="0" rIns="0" bIns="0" rtlCol="0"/>
            <a:lstStyle/>
            <a:p>
              <a:endParaRPr/>
            </a:p>
          </p:txBody>
        </p:sp>
        <p:sp>
          <p:nvSpPr>
            <p:cNvPr id="12" name="object 10">
              <a:extLst>
                <a:ext uri="{FF2B5EF4-FFF2-40B4-BE49-F238E27FC236}">
                  <a16:creationId xmlns:a16="http://schemas.microsoft.com/office/drawing/2014/main" id="{60EF5E2E-345B-4C8A-A1E6-03A8E69E636F}"/>
                </a:ext>
              </a:extLst>
            </p:cNvPr>
            <p:cNvSpPr/>
            <p:nvPr/>
          </p:nvSpPr>
          <p:spPr>
            <a:xfrm>
              <a:off x="0" y="0"/>
              <a:ext cx="9144000" cy="6858000"/>
            </a:xfrm>
            <a:custGeom>
              <a:avLst/>
              <a:gdLst/>
              <a:ahLst/>
              <a:cxnLst/>
              <a:rect l="l" t="t" r="r" b="b"/>
              <a:pathLst>
                <a:path w="9144000" h="6858000">
                  <a:moveTo>
                    <a:pt x="0" y="0"/>
                  </a:moveTo>
                  <a:lnTo>
                    <a:pt x="9144000" y="0"/>
                  </a:lnTo>
                  <a:lnTo>
                    <a:pt x="9144000" y="6857999"/>
                  </a:lnTo>
                  <a:lnTo>
                    <a:pt x="0" y="6857999"/>
                  </a:lnTo>
                  <a:lnTo>
                    <a:pt x="0" y="0"/>
                  </a:lnTo>
                  <a:close/>
                </a:path>
                <a:path w="9144000" h="6858000">
                  <a:moveTo>
                    <a:pt x="87229" y="87249"/>
                  </a:moveTo>
                  <a:lnTo>
                    <a:pt x="9056751" y="87249"/>
                  </a:lnTo>
                  <a:lnTo>
                    <a:pt x="9056751" y="6770770"/>
                  </a:lnTo>
                  <a:lnTo>
                    <a:pt x="87229" y="6770770"/>
                  </a:lnTo>
                  <a:lnTo>
                    <a:pt x="87229" y="87249"/>
                  </a:lnTo>
                  <a:close/>
                </a:path>
                <a:path w="9144000" h="6858000">
                  <a:moveTo>
                    <a:pt x="0" y="0"/>
                  </a:moveTo>
                  <a:lnTo>
                    <a:pt x="87229" y="87249"/>
                  </a:lnTo>
                </a:path>
                <a:path w="9144000" h="6858000">
                  <a:moveTo>
                    <a:pt x="0" y="6857999"/>
                  </a:moveTo>
                  <a:lnTo>
                    <a:pt x="87229" y="6770770"/>
                  </a:lnTo>
                </a:path>
                <a:path w="9144000" h="6858000">
                  <a:moveTo>
                    <a:pt x="9144000" y="0"/>
                  </a:moveTo>
                  <a:lnTo>
                    <a:pt x="9056751" y="87249"/>
                  </a:lnTo>
                </a:path>
                <a:path w="9144000" h="6858000">
                  <a:moveTo>
                    <a:pt x="9144000" y="6857999"/>
                  </a:moveTo>
                  <a:lnTo>
                    <a:pt x="9056751" y="6770770"/>
                  </a:lnTo>
                </a:path>
              </a:pathLst>
            </a:custGeom>
            <a:ln w="9144">
              <a:solidFill>
                <a:srgbClr val="0C1117"/>
              </a:solidFill>
            </a:ln>
          </p:spPr>
          <p:txBody>
            <a:bodyPr wrap="square" lIns="0" tIns="0" rIns="0" bIns="0" rtlCol="0"/>
            <a:lstStyle/>
            <a:p>
              <a:endParaRPr/>
            </a:p>
          </p:txBody>
        </p:sp>
        <p:pic>
          <p:nvPicPr>
            <p:cNvPr id="13" name="object 11">
              <a:extLst>
                <a:ext uri="{FF2B5EF4-FFF2-40B4-BE49-F238E27FC236}">
                  <a16:creationId xmlns:a16="http://schemas.microsoft.com/office/drawing/2014/main" id="{7C59239A-F9C9-4CC5-B7F6-7F718AB50643}"/>
                </a:ext>
              </a:extLst>
            </p:cNvPr>
            <p:cNvPicPr/>
            <p:nvPr/>
          </p:nvPicPr>
          <p:blipFill>
            <a:blip r:embed="rId2" cstate="print"/>
            <a:stretch>
              <a:fillRect/>
            </a:stretch>
          </p:blipFill>
          <p:spPr>
            <a:xfrm>
              <a:off x="42673" y="102107"/>
              <a:ext cx="9101326" cy="970788"/>
            </a:xfrm>
            <a:prstGeom prst="rect">
              <a:avLst/>
            </a:prstGeom>
          </p:spPr>
        </p:pic>
        <p:pic>
          <p:nvPicPr>
            <p:cNvPr id="14" name="object 12">
              <a:extLst>
                <a:ext uri="{FF2B5EF4-FFF2-40B4-BE49-F238E27FC236}">
                  <a16:creationId xmlns:a16="http://schemas.microsoft.com/office/drawing/2014/main" id="{9217535C-17B1-4ACC-813D-31F7EDDAC014}"/>
                </a:ext>
              </a:extLst>
            </p:cNvPr>
            <p:cNvPicPr/>
            <p:nvPr/>
          </p:nvPicPr>
          <p:blipFill>
            <a:blip r:embed="rId3" cstate="print"/>
            <a:stretch>
              <a:fillRect/>
            </a:stretch>
          </p:blipFill>
          <p:spPr>
            <a:xfrm>
              <a:off x="2081783" y="269748"/>
              <a:ext cx="5058156" cy="1018031"/>
            </a:xfrm>
            <a:prstGeom prst="rect">
              <a:avLst/>
            </a:prstGeom>
          </p:spPr>
        </p:pic>
        <p:sp>
          <p:nvSpPr>
            <p:cNvPr id="15" name="object 13">
              <a:extLst>
                <a:ext uri="{FF2B5EF4-FFF2-40B4-BE49-F238E27FC236}">
                  <a16:creationId xmlns:a16="http://schemas.microsoft.com/office/drawing/2014/main" id="{97C31E3C-DEFB-4DE9-9287-60B588D31E0F}"/>
                </a:ext>
              </a:extLst>
            </p:cNvPr>
            <p:cNvSpPr/>
            <p:nvPr/>
          </p:nvSpPr>
          <p:spPr>
            <a:xfrm>
              <a:off x="229362" y="153162"/>
              <a:ext cx="8763000" cy="838200"/>
            </a:xfrm>
            <a:custGeom>
              <a:avLst/>
              <a:gdLst/>
              <a:ahLst/>
              <a:cxnLst/>
              <a:rect l="l" t="t" r="r" b="b"/>
              <a:pathLst>
                <a:path w="8763000" h="838200">
                  <a:moveTo>
                    <a:pt x="8763000" y="0"/>
                  </a:moveTo>
                  <a:lnTo>
                    <a:pt x="8559145" y="12590"/>
                  </a:lnTo>
                  <a:lnTo>
                    <a:pt x="8202389" y="33193"/>
                  </a:lnTo>
                  <a:lnTo>
                    <a:pt x="7845624" y="51970"/>
                  </a:lnTo>
                  <a:lnTo>
                    <a:pt x="7488855" y="68916"/>
                  </a:lnTo>
                  <a:lnTo>
                    <a:pt x="7132088" y="84025"/>
                  </a:lnTo>
                  <a:lnTo>
                    <a:pt x="6775328" y="97292"/>
                  </a:lnTo>
                  <a:lnTo>
                    <a:pt x="6418580" y="108712"/>
                  </a:lnTo>
                  <a:lnTo>
                    <a:pt x="7513955" y="154686"/>
                  </a:lnTo>
                  <a:lnTo>
                    <a:pt x="7310221" y="163604"/>
                  </a:lnTo>
                  <a:lnTo>
                    <a:pt x="6953686" y="177769"/>
                  </a:lnTo>
                  <a:lnTo>
                    <a:pt x="6597150" y="190097"/>
                  </a:lnTo>
                  <a:lnTo>
                    <a:pt x="6240611" y="200590"/>
                  </a:lnTo>
                  <a:lnTo>
                    <a:pt x="5884071" y="209246"/>
                  </a:lnTo>
                  <a:lnTo>
                    <a:pt x="5527530" y="216066"/>
                  </a:lnTo>
                  <a:lnTo>
                    <a:pt x="5170988" y="221050"/>
                  </a:lnTo>
                  <a:lnTo>
                    <a:pt x="4814445" y="224198"/>
                  </a:lnTo>
                  <a:lnTo>
                    <a:pt x="4457902" y="225509"/>
                  </a:lnTo>
                  <a:lnTo>
                    <a:pt x="4101358" y="224985"/>
                  </a:lnTo>
                  <a:lnTo>
                    <a:pt x="3744815" y="222624"/>
                  </a:lnTo>
                  <a:lnTo>
                    <a:pt x="3388273" y="218427"/>
                  </a:lnTo>
                  <a:lnTo>
                    <a:pt x="3031731" y="212394"/>
                  </a:lnTo>
                  <a:lnTo>
                    <a:pt x="2675191" y="204525"/>
                  </a:lnTo>
                  <a:lnTo>
                    <a:pt x="2318651" y="194819"/>
                  </a:lnTo>
                  <a:lnTo>
                    <a:pt x="1962114" y="183277"/>
                  </a:lnTo>
                  <a:lnTo>
                    <a:pt x="1605578" y="169900"/>
                  </a:lnTo>
                  <a:lnTo>
                    <a:pt x="1249045" y="154686"/>
                  </a:lnTo>
                  <a:lnTo>
                    <a:pt x="2344420" y="108712"/>
                  </a:lnTo>
                  <a:lnTo>
                    <a:pt x="2140566" y="102413"/>
                  </a:lnTo>
                  <a:lnTo>
                    <a:pt x="1783816" y="89937"/>
                  </a:lnTo>
                  <a:lnTo>
                    <a:pt x="1427059" y="75616"/>
                  </a:lnTo>
                  <a:lnTo>
                    <a:pt x="1070296" y="59457"/>
                  </a:lnTo>
                  <a:lnTo>
                    <a:pt x="713531" y="41464"/>
                  </a:lnTo>
                  <a:lnTo>
                    <a:pt x="356764" y="21643"/>
                  </a:lnTo>
                  <a:lnTo>
                    <a:pt x="0" y="0"/>
                  </a:lnTo>
                  <a:lnTo>
                    <a:pt x="1095375" y="367030"/>
                  </a:lnTo>
                  <a:lnTo>
                    <a:pt x="0" y="612648"/>
                  </a:lnTo>
                  <a:lnTo>
                    <a:pt x="49962" y="615785"/>
                  </a:lnTo>
                  <a:lnTo>
                    <a:pt x="449664" y="639608"/>
                  </a:lnTo>
                  <a:lnTo>
                    <a:pt x="849359" y="661168"/>
                  </a:lnTo>
                  <a:lnTo>
                    <a:pt x="1249045" y="680466"/>
                  </a:lnTo>
                  <a:lnTo>
                    <a:pt x="1249045" y="767334"/>
                  </a:lnTo>
                  <a:lnTo>
                    <a:pt x="1452778" y="776252"/>
                  </a:lnTo>
                  <a:lnTo>
                    <a:pt x="1809313" y="790417"/>
                  </a:lnTo>
                  <a:lnTo>
                    <a:pt x="2165849" y="802745"/>
                  </a:lnTo>
                  <a:lnTo>
                    <a:pt x="2522388" y="813238"/>
                  </a:lnTo>
                  <a:lnTo>
                    <a:pt x="2878928" y="821894"/>
                  </a:lnTo>
                  <a:lnTo>
                    <a:pt x="3235469" y="828714"/>
                  </a:lnTo>
                  <a:lnTo>
                    <a:pt x="3592011" y="833698"/>
                  </a:lnTo>
                  <a:lnTo>
                    <a:pt x="3948554" y="836846"/>
                  </a:lnTo>
                  <a:lnTo>
                    <a:pt x="4305097" y="838157"/>
                  </a:lnTo>
                  <a:lnTo>
                    <a:pt x="4661641" y="837633"/>
                  </a:lnTo>
                  <a:lnTo>
                    <a:pt x="5018184" y="835272"/>
                  </a:lnTo>
                  <a:lnTo>
                    <a:pt x="5374726" y="831075"/>
                  </a:lnTo>
                  <a:lnTo>
                    <a:pt x="5731268" y="825042"/>
                  </a:lnTo>
                  <a:lnTo>
                    <a:pt x="6087808" y="817173"/>
                  </a:lnTo>
                  <a:lnTo>
                    <a:pt x="6444348" y="807467"/>
                  </a:lnTo>
                  <a:lnTo>
                    <a:pt x="6800885" y="795925"/>
                  </a:lnTo>
                  <a:lnTo>
                    <a:pt x="7157421" y="782548"/>
                  </a:lnTo>
                  <a:lnTo>
                    <a:pt x="7513955" y="767334"/>
                  </a:lnTo>
                  <a:lnTo>
                    <a:pt x="7513955" y="680466"/>
                  </a:lnTo>
                  <a:lnTo>
                    <a:pt x="7563912" y="678177"/>
                  </a:lnTo>
                  <a:lnTo>
                    <a:pt x="7963603" y="658597"/>
                  </a:lnTo>
                  <a:lnTo>
                    <a:pt x="8363315" y="636754"/>
                  </a:lnTo>
                  <a:lnTo>
                    <a:pt x="8763000" y="612648"/>
                  </a:lnTo>
                  <a:lnTo>
                    <a:pt x="7667625" y="367030"/>
                  </a:lnTo>
                  <a:lnTo>
                    <a:pt x="8763000" y="0"/>
                  </a:lnTo>
                  <a:close/>
                </a:path>
              </a:pathLst>
            </a:custGeom>
            <a:solidFill>
              <a:srgbClr val="FFC000"/>
            </a:solidFill>
          </p:spPr>
          <p:txBody>
            <a:bodyPr wrap="square" lIns="0" tIns="0" rIns="0" bIns="0" rtlCol="0"/>
            <a:lstStyle/>
            <a:p>
              <a:endParaRPr dirty="0"/>
            </a:p>
          </p:txBody>
        </p:sp>
        <p:sp>
          <p:nvSpPr>
            <p:cNvPr id="16" name="object 14">
              <a:extLst>
                <a:ext uri="{FF2B5EF4-FFF2-40B4-BE49-F238E27FC236}">
                  <a16:creationId xmlns:a16="http://schemas.microsoft.com/office/drawing/2014/main" id="{0409D4A3-3B5B-49DB-BC4B-D6FF3E61175E}"/>
                </a:ext>
              </a:extLst>
            </p:cNvPr>
            <p:cNvSpPr/>
            <p:nvPr/>
          </p:nvSpPr>
          <p:spPr>
            <a:xfrm>
              <a:off x="1478406" y="261873"/>
              <a:ext cx="6264910" cy="117475"/>
            </a:xfrm>
            <a:custGeom>
              <a:avLst/>
              <a:gdLst/>
              <a:ahLst/>
              <a:cxnLst/>
              <a:rect l="l" t="t" r="r" b="b"/>
              <a:pathLst>
                <a:path w="6264909" h="117475">
                  <a:moveTo>
                    <a:pt x="1276837" y="91970"/>
                  </a:moveTo>
                  <a:lnTo>
                    <a:pt x="1757414" y="103201"/>
                  </a:lnTo>
                  <a:lnTo>
                    <a:pt x="3132455" y="116871"/>
                  </a:lnTo>
                  <a:lnTo>
                    <a:pt x="3106987" y="116835"/>
                  </a:lnTo>
                  <a:lnTo>
                    <a:pt x="1731752" y="102670"/>
                  </a:lnTo>
                  <a:lnTo>
                    <a:pt x="1276837" y="91970"/>
                  </a:lnTo>
                  <a:close/>
                </a:path>
                <a:path w="6264909" h="117475">
                  <a:moveTo>
                    <a:pt x="4988072" y="91970"/>
                  </a:moveTo>
                  <a:lnTo>
                    <a:pt x="4533157" y="102670"/>
                  </a:lnTo>
                  <a:lnTo>
                    <a:pt x="3157922" y="116835"/>
                  </a:lnTo>
                  <a:lnTo>
                    <a:pt x="3199389" y="116835"/>
                  </a:lnTo>
                  <a:lnTo>
                    <a:pt x="4558422" y="102169"/>
                  </a:lnTo>
                  <a:lnTo>
                    <a:pt x="4988072" y="91970"/>
                  </a:lnTo>
                  <a:close/>
                </a:path>
                <a:path w="6264909" h="117475">
                  <a:moveTo>
                    <a:pt x="5169535" y="86865"/>
                  </a:moveTo>
                  <a:lnTo>
                    <a:pt x="5163115" y="87054"/>
                  </a:lnTo>
                  <a:lnTo>
                    <a:pt x="5169535" y="86868"/>
                  </a:lnTo>
                  <a:close/>
                </a:path>
                <a:path w="6264909" h="117475">
                  <a:moveTo>
                    <a:pt x="1095375" y="0"/>
                  </a:moveTo>
                  <a:lnTo>
                    <a:pt x="0" y="45974"/>
                  </a:lnTo>
                  <a:lnTo>
                    <a:pt x="1095375" y="86865"/>
                  </a:lnTo>
                  <a:lnTo>
                    <a:pt x="1095375" y="0"/>
                  </a:lnTo>
                  <a:close/>
                </a:path>
                <a:path w="6264909" h="117475">
                  <a:moveTo>
                    <a:pt x="5169535" y="0"/>
                  </a:moveTo>
                  <a:lnTo>
                    <a:pt x="5169535" y="86865"/>
                  </a:lnTo>
                  <a:lnTo>
                    <a:pt x="6264910" y="45974"/>
                  </a:lnTo>
                  <a:lnTo>
                    <a:pt x="5169535" y="0"/>
                  </a:lnTo>
                  <a:close/>
                </a:path>
              </a:pathLst>
            </a:custGeom>
            <a:solidFill>
              <a:srgbClr val="090D12"/>
            </a:solidFill>
          </p:spPr>
          <p:txBody>
            <a:bodyPr wrap="square" lIns="0" tIns="0" rIns="0" bIns="0" rtlCol="0"/>
            <a:lstStyle/>
            <a:p>
              <a:endParaRPr/>
            </a:p>
          </p:txBody>
        </p:sp>
        <p:sp>
          <p:nvSpPr>
            <p:cNvPr id="17" name="object 15">
              <a:extLst>
                <a:ext uri="{FF2B5EF4-FFF2-40B4-BE49-F238E27FC236}">
                  <a16:creationId xmlns:a16="http://schemas.microsoft.com/office/drawing/2014/main" id="{3E18F9FC-30CD-4E9C-9639-8AC2CDD7663C}"/>
                </a:ext>
              </a:extLst>
            </p:cNvPr>
            <p:cNvSpPr/>
            <p:nvPr/>
          </p:nvSpPr>
          <p:spPr>
            <a:xfrm>
              <a:off x="229362" y="153162"/>
              <a:ext cx="8763000" cy="838200"/>
            </a:xfrm>
            <a:custGeom>
              <a:avLst/>
              <a:gdLst/>
              <a:ahLst/>
              <a:cxnLst/>
              <a:rect l="l" t="t" r="r" b="b"/>
              <a:pathLst>
                <a:path w="8763000" h="838200">
                  <a:moveTo>
                    <a:pt x="0" y="0"/>
                  </a:moveTo>
                  <a:lnTo>
                    <a:pt x="50966" y="3203"/>
                  </a:lnTo>
                  <a:lnTo>
                    <a:pt x="101932" y="6369"/>
                  </a:lnTo>
                  <a:lnTo>
                    <a:pt x="152898" y="9498"/>
                  </a:lnTo>
                  <a:lnTo>
                    <a:pt x="203865" y="12590"/>
                  </a:lnTo>
                  <a:lnTo>
                    <a:pt x="254831" y="15645"/>
                  </a:lnTo>
                  <a:lnTo>
                    <a:pt x="305798" y="18663"/>
                  </a:lnTo>
                  <a:lnTo>
                    <a:pt x="356764" y="21643"/>
                  </a:lnTo>
                  <a:lnTo>
                    <a:pt x="407731" y="24587"/>
                  </a:lnTo>
                  <a:lnTo>
                    <a:pt x="458697" y="27493"/>
                  </a:lnTo>
                  <a:lnTo>
                    <a:pt x="509664" y="30362"/>
                  </a:lnTo>
                  <a:lnTo>
                    <a:pt x="560631" y="33193"/>
                  </a:lnTo>
                  <a:lnTo>
                    <a:pt x="611597" y="35988"/>
                  </a:lnTo>
                  <a:lnTo>
                    <a:pt x="662564" y="38745"/>
                  </a:lnTo>
                  <a:lnTo>
                    <a:pt x="713531" y="41464"/>
                  </a:lnTo>
                  <a:lnTo>
                    <a:pt x="764497" y="44147"/>
                  </a:lnTo>
                  <a:lnTo>
                    <a:pt x="815464" y="46792"/>
                  </a:lnTo>
                  <a:lnTo>
                    <a:pt x="866430" y="49400"/>
                  </a:lnTo>
                  <a:lnTo>
                    <a:pt x="917397" y="51970"/>
                  </a:lnTo>
                  <a:lnTo>
                    <a:pt x="968363" y="54503"/>
                  </a:lnTo>
                  <a:lnTo>
                    <a:pt x="1019330" y="56999"/>
                  </a:lnTo>
                  <a:lnTo>
                    <a:pt x="1070296" y="59457"/>
                  </a:lnTo>
                  <a:lnTo>
                    <a:pt x="1121262" y="61878"/>
                  </a:lnTo>
                  <a:lnTo>
                    <a:pt x="1172229" y="64262"/>
                  </a:lnTo>
                  <a:lnTo>
                    <a:pt x="1223195" y="66607"/>
                  </a:lnTo>
                  <a:lnTo>
                    <a:pt x="1274161" y="68916"/>
                  </a:lnTo>
                  <a:lnTo>
                    <a:pt x="1325127" y="71187"/>
                  </a:lnTo>
                  <a:lnTo>
                    <a:pt x="1376093" y="73420"/>
                  </a:lnTo>
                  <a:lnTo>
                    <a:pt x="1427059" y="75616"/>
                  </a:lnTo>
                  <a:lnTo>
                    <a:pt x="1478024" y="77775"/>
                  </a:lnTo>
                  <a:lnTo>
                    <a:pt x="1528990" y="79896"/>
                  </a:lnTo>
                  <a:lnTo>
                    <a:pt x="1579955" y="81979"/>
                  </a:lnTo>
                  <a:lnTo>
                    <a:pt x="1630921" y="84025"/>
                  </a:lnTo>
                  <a:lnTo>
                    <a:pt x="1681886" y="86033"/>
                  </a:lnTo>
                  <a:lnTo>
                    <a:pt x="1732851" y="88004"/>
                  </a:lnTo>
                  <a:lnTo>
                    <a:pt x="1783816" y="89937"/>
                  </a:lnTo>
                  <a:lnTo>
                    <a:pt x="1834781" y="91832"/>
                  </a:lnTo>
                  <a:lnTo>
                    <a:pt x="1885745" y="93690"/>
                  </a:lnTo>
                  <a:lnTo>
                    <a:pt x="1936710" y="95510"/>
                  </a:lnTo>
                  <a:lnTo>
                    <a:pt x="1987674" y="97292"/>
                  </a:lnTo>
                  <a:lnTo>
                    <a:pt x="2038638" y="99037"/>
                  </a:lnTo>
                  <a:lnTo>
                    <a:pt x="2089602" y="100743"/>
                  </a:lnTo>
                  <a:lnTo>
                    <a:pt x="2140566" y="102413"/>
                  </a:lnTo>
                  <a:lnTo>
                    <a:pt x="2191530" y="104044"/>
                  </a:lnTo>
                  <a:lnTo>
                    <a:pt x="2242493" y="105638"/>
                  </a:lnTo>
                  <a:lnTo>
                    <a:pt x="2293457" y="107193"/>
                  </a:lnTo>
                  <a:lnTo>
                    <a:pt x="2344420" y="108712"/>
                  </a:lnTo>
                  <a:lnTo>
                    <a:pt x="1249045" y="154686"/>
                  </a:lnTo>
                  <a:lnTo>
                    <a:pt x="1299978" y="156971"/>
                  </a:lnTo>
                  <a:lnTo>
                    <a:pt x="1350911" y="159220"/>
                  </a:lnTo>
                  <a:lnTo>
                    <a:pt x="1401844" y="161431"/>
                  </a:lnTo>
                  <a:lnTo>
                    <a:pt x="1452778" y="163604"/>
                  </a:lnTo>
                  <a:lnTo>
                    <a:pt x="1503711" y="165740"/>
                  </a:lnTo>
                  <a:lnTo>
                    <a:pt x="1554645" y="167838"/>
                  </a:lnTo>
                  <a:lnTo>
                    <a:pt x="1605578" y="169900"/>
                  </a:lnTo>
                  <a:lnTo>
                    <a:pt x="1656512" y="171923"/>
                  </a:lnTo>
                  <a:lnTo>
                    <a:pt x="1707445" y="173909"/>
                  </a:lnTo>
                  <a:lnTo>
                    <a:pt x="1758379" y="175858"/>
                  </a:lnTo>
                  <a:lnTo>
                    <a:pt x="1809313" y="177769"/>
                  </a:lnTo>
                  <a:lnTo>
                    <a:pt x="1860246" y="179642"/>
                  </a:lnTo>
                  <a:lnTo>
                    <a:pt x="1911180" y="181479"/>
                  </a:lnTo>
                  <a:lnTo>
                    <a:pt x="1962114" y="183277"/>
                  </a:lnTo>
                  <a:lnTo>
                    <a:pt x="2013048" y="185039"/>
                  </a:lnTo>
                  <a:lnTo>
                    <a:pt x="2063982" y="186762"/>
                  </a:lnTo>
                  <a:lnTo>
                    <a:pt x="2114915" y="188449"/>
                  </a:lnTo>
                  <a:lnTo>
                    <a:pt x="2165849" y="190097"/>
                  </a:lnTo>
                  <a:lnTo>
                    <a:pt x="2216783" y="191709"/>
                  </a:lnTo>
                  <a:lnTo>
                    <a:pt x="2267717" y="193283"/>
                  </a:lnTo>
                  <a:lnTo>
                    <a:pt x="2318651" y="194819"/>
                  </a:lnTo>
                  <a:lnTo>
                    <a:pt x="2369586" y="196318"/>
                  </a:lnTo>
                  <a:lnTo>
                    <a:pt x="2420520" y="197779"/>
                  </a:lnTo>
                  <a:lnTo>
                    <a:pt x="2471454" y="199203"/>
                  </a:lnTo>
                  <a:lnTo>
                    <a:pt x="2522388" y="200590"/>
                  </a:lnTo>
                  <a:lnTo>
                    <a:pt x="2573322" y="201939"/>
                  </a:lnTo>
                  <a:lnTo>
                    <a:pt x="2624256" y="203250"/>
                  </a:lnTo>
                  <a:lnTo>
                    <a:pt x="2675191" y="204525"/>
                  </a:lnTo>
                  <a:lnTo>
                    <a:pt x="2726125" y="205761"/>
                  </a:lnTo>
                  <a:lnTo>
                    <a:pt x="2777059" y="206960"/>
                  </a:lnTo>
                  <a:lnTo>
                    <a:pt x="2827994" y="208122"/>
                  </a:lnTo>
                  <a:lnTo>
                    <a:pt x="2878928" y="209246"/>
                  </a:lnTo>
                  <a:lnTo>
                    <a:pt x="2929862" y="210333"/>
                  </a:lnTo>
                  <a:lnTo>
                    <a:pt x="2980797" y="211382"/>
                  </a:lnTo>
                  <a:lnTo>
                    <a:pt x="3031731" y="212394"/>
                  </a:lnTo>
                  <a:lnTo>
                    <a:pt x="3082666" y="213368"/>
                  </a:lnTo>
                  <a:lnTo>
                    <a:pt x="3133600" y="214305"/>
                  </a:lnTo>
                  <a:lnTo>
                    <a:pt x="3184535" y="215204"/>
                  </a:lnTo>
                  <a:lnTo>
                    <a:pt x="3235469" y="216066"/>
                  </a:lnTo>
                  <a:lnTo>
                    <a:pt x="3286404" y="216891"/>
                  </a:lnTo>
                  <a:lnTo>
                    <a:pt x="3337338" y="217678"/>
                  </a:lnTo>
                  <a:lnTo>
                    <a:pt x="3388273" y="218427"/>
                  </a:lnTo>
                  <a:lnTo>
                    <a:pt x="3439208" y="219139"/>
                  </a:lnTo>
                  <a:lnTo>
                    <a:pt x="3490142" y="219813"/>
                  </a:lnTo>
                  <a:lnTo>
                    <a:pt x="3541077" y="220450"/>
                  </a:lnTo>
                  <a:lnTo>
                    <a:pt x="3592011" y="221050"/>
                  </a:lnTo>
                  <a:lnTo>
                    <a:pt x="3642946" y="221612"/>
                  </a:lnTo>
                  <a:lnTo>
                    <a:pt x="3693881" y="222137"/>
                  </a:lnTo>
                  <a:lnTo>
                    <a:pt x="3744815" y="222624"/>
                  </a:lnTo>
                  <a:lnTo>
                    <a:pt x="3795750" y="223074"/>
                  </a:lnTo>
                  <a:lnTo>
                    <a:pt x="3846685" y="223486"/>
                  </a:lnTo>
                  <a:lnTo>
                    <a:pt x="3897620" y="223861"/>
                  </a:lnTo>
                  <a:lnTo>
                    <a:pt x="3948554" y="224198"/>
                  </a:lnTo>
                  <a:lnTo>
                    <a:pt x="3999489" y="224498"/>
                  </a:lnTo>
                  <a:lnTo>
                    <a:pt x="4050424" y="224760"/>
                  </a:lnTo>
                  <a:lnTo>
                    <a:pt x="4101358" y="224985"/>
                  </a:lnTo>
                  <a:lnTo>
                    <a:pt x="4152293" y="225172"/>
                  </a:lnTo>
                  <a:lnTo>
                    <a:pt x="4203228" y="225322"/>
                  </a:lnTo>
                  <a:lnTo>
                    <a:pt x="4254163" y="225434"/>
                  </a:lnTo>
                  <a:lnTo>
                    <a:pt x="4305097" y="225509"/>
                  </a:lnTo>
                  <a:lnTo>
                    <a:pt x="4356032" y="225547"/>
                  </a:lnTo>
                  <a:lnTo>
                    <a:pt x="4406967" y="225547"/>
                  </a:lnTo>
                  <a:lnTo>
                    <a:pt x="4457902" y="225509"/>
                  </a:lnTo>
                  <a:lnTo>
                    <a:pt x="4508836" y="225434"/>
                  </a:lnTo>
                  <a:lnTo>
                    <a:pt x="4559771" y="225322"/>
                  </a:lnTo>
                  <a:lnTo>
                    <a:pt x="4610706" y="225172"/>
                  </a:lnTo>
                  <a:lnTo>
                    <a:pt x="4661641" y="224985"/>
                  </a:lnTo>
                  <a:lnTo>
                    <a:pt x="4712575" y="224760"/>
                  </a:lnTo>
                  <a:lnTo>
                    <a:pt x="4763510" y="224498"/>
                  </a:lnTo>
                  <a:lnTo>
                    <a:pt x="4814445" y="224198"/>
                  </a:lnTo>
                  <a:lnTo>
                    <a:pt x="4865379" y="223861"/>
                  </a:lnTo>
                  <a:lnTo>
                    <a:pt x="4916314" y="223486"/>
                  </a:lnTo>
                  <a:lnTo>
                    <a:pt x="4967249" y="223074"/>
                  </a:lnTo>
                  <a:lnTo>
                    <a:pt x="5018184" y="222624"/>
                  </a:lnTo>
                  <a:lnTo>
                    <a:pt x="5069118" y="222137"/>
                  </a:lnTo>
                  <a:lnTo>
                    <a:pt x="5120053" y="221612"/>
                  </a:lnTo>
                  <a:lnTo>
                    <a:pt x="5170988" y="221050"/>
                  </a:lnTo>
                  <a:lnTo>
                    <a:pt x="5221922" y="220450"/>
                  </a:lnTo>
                  <a:lnTo>
                    <a:pt x="5272857" y="219813"/>
                  </a:lnTo>
                  <a:lnTo>
                    <a:pt x="5323791" y="219139"/>
                  </a:lnTo>
                  <a:lnTo>
                    <a:pt x="5374726" y="218427"/>
                  </a:lnTo>
                  <a:lnTo>
                    <a:pt x="5425661" y="217678"/>
                  </a:lnTo>
                  <a:lnTo>
                    <a:pt x="5476595" y="216891"/>
                  </a:lnTo>
                  <a:lnTo>
                    <a:pt x="5527530" y="216066"/>
                  </a:lnTo>
                  <a:lnTo>
                    <a:pt x="5578464" y="215204"/>
                  </a:lnTo>
                  <a:lnTo>
                    <a:pt x="5629399" y="214305"/>
                  </a:lnTo>
                  <a:lnTo>
                    <a:pt x="5680333" y="213368"/>
                  </a:lnTo>
                  <a:lnTo>
                    <a:pt x="5731268" y="212394"/>
                  </a:lnTo>
                  <a:lnTo>
                    <a:pt x="5782202" y="211382"/>
                  </a:lnTo>
                  <a:lnTo>
                    <a:pt x="5833137" y="210333"/>
                  </a:lnTo>
                  <a:lnTo>
                    <a:pt x="5884071" y="209246"/>
                  </a:lnTo>
                  <a:lnTo>
                    <a:pt x="5935005" y="208122"/>
                  </a:lnTo>
                  <a:lnTo>
                    <a:pt x="5985940" y="206960"/>
                  </a:lnTo>
                  <a:lnTo>
                    <a:pt x="6036874" y="205761"/>
                  </a:lnTo>
                  <a:lnTo>
                    <a:pt x="6087808" y="204525"/>
                  </a:lnTo>
                  <a:lnTo>
                    <a:pt x="6138743" y="203250"/>
                  </a:lnTo>
                  <a:lnTo>
                    <a:pt x="6189677" y="201939"/>
                  </a:lnTo>
                  <a:lnTo>
                    <a:pt x="6240611" y="200590"/>
                  </a:lnTo>
                  <a:lnTo>
                    <a:pt x="6291545" y="199203"/>
                  </a:lnTo>
                  <a:lnTo>
                    <a:pt x="6342479" y="197779"/>
                  </a:lnTo>
                  <a:lnTo>
                    <a:pt x="6393413" y="196318"/>
                  </a:lnTo>
                  <a:lnTo>
                    <a:pt x="6444348" y="194819"/>
                  </a:lnTo>
                  <a:lnTo>
                    <a:pt x="6495282" y="193283"/>
                  </a:lnTo>
                  <a:lnTo>
                    <a:pt x="6546216" y="191709"/>
                  </a:lnTo>
                  <a:lnTo>
                    <a:pt x="6597150" y="190097"/>
                  </a:lnTo>
                  <a:lnTo>
                    <a:pt x="6648084" y="188449"/>
                  </a:lnTo>
                  <a:lnTo>
                    <a:pt x="6699017" y="186762"/>
                  </a:lnTo>
                  <a:lnTo>
                    <a:pt x="6749951" y="185039"/>
                  </a:lnTo>
                  <a:lnTo>
                    <a:pt x="6800885" y="183277"/>
                  </a:lnTo>
                  <a:lnTo>
                    <a:pt x="6851819" y="181479"/>
                  </a:lnTo>
                  <a:lnTo>
                    <a:pt x="6902753" y="179642"/>
                  </a:lnTo>
                  <a:lnTo>
                    <a:pt x="6953686" y="177769"/>
                  </a:lnTo>
                  <a:lnTo>
                    <a:pt x="7004620" y="175858"/>
                  </a:lnTo>
                  <a:lnTo>
                    <a:pt x="7055554" y="173909"/>
                  </a:lnTo>
                  <a:lnTo>
                    <a:pt x="7106487" y="171923"/>
                  </a:lnTo>
                  <a:lnTo>
                    <a:pt x="7157421" y="169900"/>
                  </a:lnTo>
                  <a:lnTo>
                    <a:pt x="7208354" y="167838"/>
                  </a:lnTo>
                  <a:lnTo>
                    <a:pt x="7259288" y="165740"/>
                  </a:lnTo>
                  <a:lnTo>
                    <a:pt x="7310221" y="163604"/>
                  </a:lnTo>
                  <a:lnTo>
                    <a:pt x="7361155" y="161431"/>
                  </a:lnTo>
                  <a:lnTo>
                    <a:pt x="7412088" y="159220"/>
                  </a:lnTo>
                  <a:lnTo>
                    <a:pt x="7463021" y="156971"/>
                  </a:lnTo>
                  <a:lnTo>
                    <a:pt x="7513955" y="154686"/>
                  </a:lnTo>
                  <a:lnTo>
                    <a:pt x="6418580" y="108712"/>
                  </a:lnTo>
                  <a:lnTo>
                    <a:pt x="6469543" y="107193"/>
                  </a:lnTo>
                  <a:lnTo>
                    <a:pt x="6520506" y="105638"/>
                  </a:lnTo>
                  <a:lnTo>
                    <a:pt x="6571470" y="104044"/>
                  </a:lnTo>
                  <a:lnTo>
                    <a:pt x="6622434" y="102413"/>
                  </a:lnTo>
                  <a:lnTo>
                    <a:pt x="6673398" y="100743"/>
                  </a:lnTo>
                  <a:lnTo>
                    <a:pt x="6724363" y="99037"/>
                  </a:lnTo>
                  <a:lnTo>
                    <a:pt x="6775328" y="97292"/>
                  </a:lnTo>
                  <a:lnTo>
                    <a:pt x="6826293" y="95510"/>
                  </a:lnTo>
                  <a:lnTo>
                    <a:pt x="6877258" y="93690"/>
                  </a:lnTo>
                  <a:lnTo>
                    <a:pt x="6928224" y="91832"/>
                  </a:lnTo>
                  <a:lnTo>
                    <a:pt x="6979190" y="89937"/>
                  </a:lnTo>
                  <a:lnTo>
                    <a:pt x="7030156" y="88004"/>
                  </a:lnTo>
                  <a:lnTo>
                    <a:pt x="7081122" y="86033"/>
                  </a:lnTo>
                  <a:lnTo>
                    <a:pt x="7132088" y="84025"/>
                  </a:lnTo>
                  <a:lnTo>
                    <a:pt x="7183055" y="81979"/>
                  </a:lnTo>
                  <a:lnTo>
                    <a:pt x="7234021" y="79896"/>
                  </a:lnTo>
                  <a:lnTo>
                    <a:pt x="7284988" y="77775"/>
                  </a:lnTo>
                  <a:lnTo>
                    <a:pt x="7335955" y="75616"/>
                  </a:lnTo>
                  <a:lnTo>
                    <a:pt x="7386922" y="73420"/>
                  </a:lnTo>
                  <a:lnTo>
                    <a:pt x="7437888" y="71187"/>
                  </a:lnTo>
                  <a:lnTo>
                    <a:pt x="7488855" y="68916"/>
                  </a:lnTo>
                  <a:lnTo>
                    <a:pt x="7539822" y="66607"/>
                  </a:lnTo>
                  <a:lnTo>
                    <a:pt x="7590789" y="64262"/>
                  </a:lnTo>
                  <a:lnTo>
                    <a:pt x="7641757" y="61878"/>
                  </a:lnTo>
                  <a:lnTo>
                    <a:pt x="7692724" y="59457"/>
                  </a:lnTo>
                  <a:lnTo>
                    <a:pt x="7743691" y="56999"/>
                  </a:lnTo>
                  <a:lnTo>
                    <a:pt x="7794657" y="54503"/>
                  </a:lnTo>
                  <a:lnTo>
                    <a:pt x="7845624" y="51970"/>
                  </a:lnTo>
                  <a:lnTo>
                    <a:pt x="7896591" y="49400"/>
                  </a:lnTo>
                  <a:lnTo>
                    <a:pt x="7947558" y="46792"/>
                  </a:lnTo>
                  <a:lnTo>
                    <a:pt x="7998524" y="44147"/>
                  </a:lnTo>
                  <a:lnTo>
                    <a:pt x="8049491" y="41464"/>
                  </a:lnTo>
                  <a:lnTo>
                    <a:pt x="8100457" y="38745"/>
                  </a:lnTo>
                  <a:lnTo>
                    <a:pt x="8151423" y="35988"/>
                  </a:lnTo>
                  <a:lnTo>
                    <a:pt x="8202389" y="33193"/>
                  </a:lnTo>
                  <a:lnTo>
                    <a:pt x="8253355" y="30362"/>
                  </a:lnTo>
                  <a:lnTo>
                    <a:pt x="8304321" y="27493"/>
                  </a:lnTo>
                  <a:lnTo>
                    <a:pt x="8355286" y="24587"/>
                  </a:lnTo>
                  <a:lnTo>
                    <a:pt x="8406251" y="21643"/>
                  </a:lnTo>
                  <a:lnTo>
                    <a:pt x="8457216" y="18663"/>
                  </a:lnTo>
                  <a:lnTo>
                    <a:pt x="8508181" y="15645"/>
                  </a:lnTo>
                  <a:lnTo>
                    <a:pt x="8559145" y="12590"/>
                  </a:lnTo>
                  <a:lnTo>
                    <a:pt x="8610109" y="9498"/>
                  </a:lnTo>
                  <a:lnTo>
                    <a:pt x="8661073" y="6369"/>
                  </a:lnTo>
                  <a:lnTo>
                    <a:pt x="8712036" y="3203"/>
                  </a:lnTo>
                  <a:lnTo>
                    <a:pt x="8763000" y="0"/>
                  </a:lnTo>
                  <a:lnTo>
                    <a:pt x="7667625" y="367030"/>
                  </a:lnTo>
                  <a:lnTo>
                    <a:pt x="8763000" y="612648"/>
                  </a:lnTo>
                  <a:lnTo>
                    <a:pt x="8713042" y="615785"/>
                  </a:lnTo>
                  <a:lnTo>
                    <a:pt x="8663084" y="618886"/>
                  </a:lnTo>
                  <a:lnTo>
                    <a:pt x="8613124" y="621952"/>
                  </a:lnTo>
                  <a:lnTo>
                    <a:pt x="8563164" y="624983"/>
                  </a:lnTo>
                  <a:lnTo>
                    <a:pt x="8513203" y="627979"/>
                  </a:lnTo>
                  <a:lnTo>
                    <a:pt x="8463241" y="630939"/>
                  </a:lnTo>
                  <a:lnTo>
                    <a:pt x="8413278" y="633864"/>
                  </a:lnTo>
                  <a:lnTo>
                    <a:pt x="8363315" y="636754"/>
                  </a:lnTo>
                  <a:lnTo>
                    <a:pt x="8313351" y="639608"/>
                  </a:lnTo>
                  <a:lnTo>
                    <a:pt x="8263388" y="642426"/>
                  </a:lnTo>
                  <a:lnTo>
                    <a:pt x="8213423" y="645210"/>
                  </a:lnTo>
                  <a:lnTo>
                    <a:pt x="8163459" y="647958"/>
                  </a:lnTo>
                  <a:lnTo>
                    <a:pt x="8113495" y="650671"/>
                  </a:lnTo>
                  <a:lnTo>
                    <a:pt x="8063531" y="653348"/>
                  </a:lnTo>
                  <a:lnTo>
                    <a:pt x="8013566" y="655990"/>
                  </a:lnTo>
                  <a:lnTo>
                    <a:pt x="7963603" y="658597"/>
                  </a:lnTo>
                  <a:lnTo>
                    <a:pt x="7913639" y="661168"/>
                  </a:lnTo>
                  <a:lnTo>
                    <a:pt x="7863676" y="663704"/>
                  </a:lnTo>
                  <a:lnTo>
                    <a:pt x="7813713" y="666205"/>
                  </a:lnTo>
                  <a:lnTo>
                    <a:pt x="7763751" y="668670"/>
                  </a:lnTo>
                  <a:lnTo>
                    <a:pt x="7713790" y="671100"/>
                  </a:lnTo>
                  <a:lnTo>
                    <a:pt x="7663830" y="673494"/>
                  </a:lnTo>
                  <a:lnTo>
                    <a:pt x="7613870" y="675853"/>
                  </a:lnTo>
                  <a:lnTo>
                    <a:pt x="7563912" y="678177"/>
                  </a:lnTo>
                  <a:lnTo>
                    <a:pt x="7513955" y="680466"/>
                  </a:lnTo>
                  <a:lnTo>
                    <a:pt x="7513955" y="767334"/>
                  </a:lnTo>
                  <a:lnTo>
                    <a:pt x="7463021" y="769619"/>
                  </a:lnTo>
                  <a:lnTo>
                    <a:pt x="7412088" y="771868"/>
                  </a:lnTo>
                  <a:lnTo>
                    <a:pt x="7361155" y="774079"/>
                  </a:lnTo>
                  <a:lnTo>
                    <a:pt x="7310221" y="776252"/>
                  </a:lnTo>
                  <a:lnTo>
                    <a:pt x="7259288" y="778388"/>
                  </a:lnTo>
                  <a:lnTo>
                    <a:pt x="7208354" y="780486"/>
                  </a:lnTo>
                  <a:lnTo>
                    <a:pt x="7157421" y="782548"/>
                  </a:lnTo>
                  <a:lnTo>
                    <a:pt x="7106487" y="784571"/>
                  </a:lnTo>
                  <a:lnTo>
                    <a:pt x="7055554" y="786557"/>
                  </a:lnTo>
                  <a:lnTo>
                    <a:pt x="7004620" y="788506"/>
                  </a:lnTo>
                  <a:lnTo>
                    <a:pt x="6953686" y="790417"/>
                  </a:lnTo>
                  <a:lnTo>
                    <a:pt x="6902753" y="792290"/>
                  </a:lnTo>
                  <a:lnTo>
                    <a:pt x="6851819" y="794127"/>
                  </a:lnTo>
                  <a:lnTo>
                    <a:pt x="6800885" y="795925"/>
                  </a:lnTo>
                  <a:lnTo>
                    <a:pt x="6749951" y="797687"/>
                  </a:lnTo>
                  <a:lnTo>
                    <a:pt x="6699017" y="799410"/>
                  </a:lnTo>
                  <a:lnTo>
                    <a:pt x="6648084" y="801097"/>
                  </a:lnTo>
                  <a:lnTo>
                    <a:pt x="6597150" y="802745"/>
                  </a:lnTo>
                  <a:lnTo>
                    <a:pt x="6546216" y="804357"/>
                  </a:lnTo>
                  <a:lnTo>
                    <a:pt x="6495282" y="805931"/>
                  </a:lnTo>
                  <a:lnTo>
                    <a:pt x="6444348" y="807467"/>
                  </a:lnTo>
                  <a:lnTo>
                    <a:pt x="6393413" y="808966"/>
                  </a:lnTo>
                  <a:lnTo>
                    <a:pt x="6342479" y="810427"/>
                  </a:lnTo>
                  <a:lnTo>
                    <a:pt x="6291545" y="811851"/>
                  </a:lnTo>
                  <a:lnTo>
                    <a:pt x="6240611" y="813238"/>
                  </a:lnTo>
                  <a:lnTo>
                    <a:pt x="6189677" y="814587"/>
                  </a:lnTo>
                  <a:lnTo>
                    <a:pt x="6138743" y="815898"/>
                  </a:lnTo>
                  <a:lnTo>
                    <a:pt x="6087808" y="817173"/>
                  </a:lnTo>
                  <a:lnTo>
                    <a:pt x="6036874" y="818409"/>
                  </a:lnTo>
                  <a:lnTo>
                    <a:pt x="5985940" y="819608"/>
                  </a:lnTo>
                  <a:lnTo>
                    <a:pt x="5935005" y="820770"/>
                  </a:lnTo>
                  <a:lnTo>
                    <a:pt x="5884071" y="821894"/>
                  </a:lnTo>
                  <a:lnTo>
                    <a:pt x="5833137" y="822981"/>
                  </a:lnTo>
                  <a:lnTo>
                    <a:pt x="5782202" y="824030"/>
                  </a:lnTo>
                  <a:lnTo>
                    <a:pt x="5731268" y="825042"/>
                  </a:lnTo>
                  <a:lnTo>
                    <a:pt x="5680333" y="826016"/>
                  </a:lnTo>
                  <a:lnTo>
                    <a:pt x="5629399" y="826953"/>
                  </a:lnTo>
                  <a:lnTo>
                    <a:pt x="5578464" y="827852"/>
                  </a:lnTo>
                  <a:lnTo>
                    <a:pt x="5527530" y="828714"/>
                  </a:lnTo>
                  <a:lnTo>
                    <a:pt x="5476595" y="829539"/>
                  </a:lnTo>
                  <a:lnTo>
                    <a:pt x="5425661" y="830326"/>
                  </a:lnTo>
                  <a:lnTo>
                    <a:pt x="5374726" y="831075"/>
                  </a:lnTo>
                  <a:lnTo>
                    <a:pt x="5323791" y="831787"/>
                  </a:lnTo>
                  <a:lnTo>
                    <a:pt x="5272857" y="832461"/>
                  </a:lnTo>
                  <a:lnTo>
                    <a:pt x="5221922" y="833098"/>
                  </a:lnTo>
                  <a:lnTo>
                    <a:pt x="5170988" y="833698"/>
                  </a:lnTo>
                  <a:lnTo>
                    <a:pt x="5120053" y="834260"/>
                  </a:lnTo>
                  <a:lnTo>
                    <a:pt x="5069118" y="834785"/>
                  </a:lnTo>
                  <a:lnTo>
                    <a:pt x="5018184" y="835272"/>
                  </a:lnTo>
                  <a:lnTo>
                    <a:pt x="4967249" y="835722"/>
                  </a:lnTo>
                  <a:lnTo>
                    <a:pt x="4916314" y="836134"/>
                  </a:lnTo>
                  <a:lnTo>
                    <a:pt x="4865379" y="836509"/>
                  </a:lnTo>
                  <a:lnTo>
                    <a:pt x="4814445" y="836846"/>
                  </a:lnTo>
                  <a:lnTo>
                    <a:pt x="4763510" y="837146"/>
                  </a:lnTo>
                  <a:lnTo>
                    <a:pt x="4712575" y="837408"/>
                  </a:lnTo>
                  <a:lnTo>
                    <a:pt x="4661641" y="837633"/>
                  </a:lnTo>
                  <a:lnTo>
                    <a:pt x="4610706" y="837820"/>
                  </a:lnTo>
                  <a:lnTo>
                    <a:pt x="4559771" y="837970"/>
                  </a:lnTo>
                  <a:lnTo>
                    <a:pt x="4508836" y="838082"/>
                  </a:lnTo>
                  <a:lnTo>
                    <a:pt x="4457902" y="838157"/>
                  </a:lnTo>
                  <a:lnTo>
                    <a:pt x="4406967" y="838195"/>
                  </a:lnTo>
                  <a:lnTo>
                    <a:pt x="4356032" y="838195"/>
                  </a:lnTo>
                  <a:lnTo>
                    <a:pt x="4305097" y="838157"/>
                  </a:lnTo>
                  <a:lnTo>
                    <a:pt x="4254163" y="838082"/>
                  </a:lnTo>
                  <a:lnTo>
                    <a:pt x="4203228" y="837970"/>
                  </a:lnTo>
                  <a:lnTo>
                    <a:pt x="4152293" y="837820"/>
                  </a:lnTo>
                  <a:lnTo>
                    <a:pt x="4101358" y="837633"/>
                  </a:lnTo>
                  <a:lnTo>
                    <a:pt x="4050424" y="837408"/>
                  </a:lnTo>
                  <a:lnTo>
                    <a:pt x="3999489" y="837146"/>
                  </a:lnTo>
                  <a:lnTo>
                    <a:pt x="3948554" y="836846"/>
                  </a:lnTo>
                  <a:lnTo>
                    <a:pt x="3897620" y="836509"/>
                  </a:lnTo>
                  <a:lnTo>
                    <a:pt x="3846685" y="836134"/>
                  </a:lnTo>
                  <a:lnTo>
                    <a:pt x="3795750" y="835722"/>
                  </a:lnTo>
                  <a:lnTo>
                    <a:pt x="3744815" y="835272"/>
                  </a:lnTo>
                  <a:lnTo>
                    <a:pt x="3693881" y="834785"/>
                  </a:lnTo>
                  <a:lnTo>
                    <a:pt x="3642946" y="834260"/>
                  </a:lnTo>
                  <a:lnTo>
                    <a:pt x="3592011" y="833698"/>
                  </a:lnTo>
                  <a:lnTo>
                    <a:pt x="3541077" y="833098"/>
                  </a:lnTo>
                  <a:lnTo>
                    <a:pt x="3490142" y="832461"/>
                  </a:lnTo>
                  <a:lnTo>
                    <a:pt x="3439208" y="831787"/>
                  </a:lnTo>
                  <a:lnTo>
                    <a:pt x="3388273" y="831075"/>
                  </a:lnTo>
                  <a:lnTo>
                    <a:pt x="3337338" y="830326"/>
                  </a:lnTo>
                  <a:lnTo>
                    <a:pt x="3286404" y="829539"/>
                  </a:lnTo>
                  <a:lnTo>
                    <a:pt x="3235469" y="828714"/>
                  </a:lnTo>
                  <a:lnTo>
                    <a:pt x="3184535" y="827852"/>
                  </a:lnTo>
                  <a:lnTo>
                    <a:pt x="3133600" y="826953"/>
                  </a:lnTo>
                  <a:lnTo>
                    <a:pt x="3082666" y="826016"/>
                  </a:lnTo>
                  <a:lnTo>
                    <a:pt x="3031731" y="825042"/>
                  </a:lnTo>
                  <a:lnTo>
                    <a:pt x="2980797" y="824030"/>
                  </a:lnTo>
                  <a:lnTo>
                    <a:pt x="2929862" y="822981"/>
                  </a:lnTo>
                  <a:lnTo>
                    <a:pt x="2878928" y="821894"/>
                  </a:lnTo>
                  <a:lnTo>
                    <a:pt x="2827994" y="820770"/>
                  </a:lnTo>
                  <a:lnTo>
                    <a:pt x="2777059" y="819608"/>
                  </a:lnTo>
                  <a:lnTo>
                    <a:pt x="2726125" y="818409"/>
                  </a:lnTo>
                  <a:lnTo>
                    <a:pt x="2675191" y="817173"/>
                  </a:lnTo>
                  <a:lnTo>
                    <a:pt x="2624256" y="815898"/>
                  </a:lnTo>
                  <a:lnTo>
                    <a:pt x="2573322" y="814587"/>
                  </a:lnTo>
                  <a:lnTo>
                    <a:pt x="2522388" y="813238"/>
                  </a:lnTo>
                  <a:lnTo>
                    <a:pt x="2471454" y="811851"/>
                  </a:lnTo>
                  <a:lnTo>
                    <a:pt x="2420520" y="810427"/>
                  </a:lnTo>
                  <a:lnTo>
                    <a:pt x="2369586" y="808966"/>
                  </a:lnTo>
                  <a:lnTo>
                    <a:pt x="2318651" y="807467"/>
                  </a:lnTo>
                  <a:lnTo>
                    <a:pt x="2267717" y="805931"/>
                  </a:lnTo>
                  <a:lnTo>
                    <a:pt x="2216783" y="804357"/>
                  </a:lnTo>
                  <a:lnTo>
                    <a:pt x="2165849" y="802745"/>
                  </a:lnTo>
                  <a:lnTo>
                    <a:pt x="2114915" y="801097"/>
                  </a:lnTo>
                  <a:lnTo>
                    <a:pt x="2063982" y="799410"/>
                  </a:lnTo>
                  <a:lnTo>
                    <a:pt x="2013048" y="797687"/>
                  </a:lnTo>
                  <a:lnTo>
                    <a:pt x="1962114" y="795925"/>
                  </a:lnTo>
                  <a:lnTo>
                    <a:pt x="1911180" y="794127"/>
                  </a:lnTo>
                  <a:lnTo>
                    <a:pt x="1860246" y="792290"/>
                  </a:lnTo>
                  <a:lnTo>
                    <a:pt x="1809313" y="790417"/>
                  </a:lnTo>
                  <a:lnTo>
                    <a:pt x="1758379" y="788506"/>
                  </a:lnTo>
                  <a:lnTo>
                    <a:pt x="1707445" y="786557"/>
                  </a:lnTo>
                  <a:lnTo>
                    <a:pt x="1656512" y="784571"/>
                  </a:lnTo>
                  <a:lnTo>
                    <a:pt x="1605578" y="782548"/>
                  </a:lnTo>
                  <a:lnTo>
                    <a:pt x="1554645" y="780486"/>
                  </a:lnTo>
                  <a:lnTo>
                    <a:pt x="1503711" y="778388"/>
                  </a:lnTo>
                  <a:lnTo>
                    <a:pt x="1452778" y="776252"/>
                  </a:lnTo>
                  <a:lnTo>
                    <a:pt x="1401844" y="774079"/>
                  </a:lnTo>
                  <a:lnTo>
                    <a:pt x="1350911" y="771868"/>
                  </a:lnTo>
                  <a:lnTo>
                    <a:pt x="1299978" y="769619"/>
                  </a:lnTo>
                  <a:lnTo>
                    <a:pt x="1249045" y="767334"/>
                  </a:lnTo>
                  <a:lnTo>
                    <a:pt x="1249045" y="680466"/>
                  </a:lnTo>
                  <a:lnTo>
                    <a:pt x="1199085" y="678177"/>
                  </a:lnTo>
                  <a:lnTo>
                    <a:pt x="1149124" y="675853"/>
                  </a:lnTo>
                  <a:lnTo>
                    <a:pt x="1099164" y="673494"/>
                  </a:lnTo>
                  <a:lnTo>
                    <a:pt x="1049204" y="671100"/>
                  </a:lnTo>
                  <a:lnTo>
                    <a:pt x="999243" y="668670"/>
                  </a:lnTo>
                  <a:lnTo>
                    <a:pt x="949282" y="666205"/>
                  </a:lnTo>
                  <a:lnTo>
                    <a:pt x="899321" y="663704"/>
                  </a:lnTo>
                  <a:lnTo>
                    <a:pt x="849359" y="661168"/>
                  </a:lnTo>
                  <a:lnTo>
                    <a:pt x="799398" y="658597"/>
                  </a:lnTo>
                  <a:lnTo>
                    <a:pt x="749436" y="655990"/>
                  </a:lnTo>
                  <a:lnTo>
                    <a:pt x="699474" y="653348"/>
                  </a:lnTo>
                  <a:lnTo>
                    <a:pt x="649513" y="650671"/>
                  </a:lnTo>
                  <a:lnTo>
                    <a:pt x="599550" y="647958"/>
                  </a:lnTo>
                  <a:lnTo>
                    <a:pt x="549588" y="645210"/>
                  </a:lnTo>
                  <a:lnTo>
                    <a:pt x="499626" y="642426"/>
                  </a:lnTo>
                  <a:lnTo>
                    <a:pt x="449664" y="639608"/>
                  </a:lnTo>
                  <a:lnTo>
                    <a:pt x="399701" y="636754"/>
                  </a:lnTo>
                  <a:lnTo>
                    <a:pt x="349739" y="633864"/>
                  </a:lnTo>
                  <a:lnTo>
                    <a:pt x="299776" y="630939"/>
                  </a:lnTo>
                  <a:lnTo>
                    <a:pt x="249813" y="627979"/>
                  </a:lnTo>
                  <a:lnTo>
                    <a:pt x="199851" y="624983"/>
                  </a:lnTo>
                  <a:lnTo>
                    <a:pt x="149888" y="621952"/>
                  </a:lnTo>
                  <a:lnTo>
                    <a:pt x="99925" y="618886"/>
                  </a:lnTo>
                  <a:lnTo>
                    <a:pt x="49962" y="615785"/>
                  </a:lnTo>
                  <a:lnTo>
                    <a:pt x="0" y="612648"/>
                  </a:lnTo>
                  <a:lnTo>
                    <a:pt x="1095375" y="367030"/>
                  </a:lnTo>
                  <a:lnTo>
                    <a:pt x="0" y="0"/>
                  </a:lnTo>
                  <a:close/>
                </a:path>
                <a:path w="8763000" h="838200">
                  <a:moveTo>
                    <a:pt x="1249045" y="680466"/>
                  </a:moveTo>
                  <a:lnTo>
                    <a:pt x="1249045" y="154686"/>
                  </a:lnTo>
                </a:path>
                <a:path w="8763000" h="838200">
                  <a:moveTo>
                    <a:pt x="7513955" y="154686"/>
                  </a:moveTo>
                  <a:lnTo>
                    <a:pt x="7513955" y="680466"/>
                  </a:lnTo>
                </a:path>
                <a:path w="8763000" h="838200">
                  <a:moveTo>
                    <a:pt x="2344420" y="108712"/>
                  </a:moveTo>
                  <a:lnTo>
                    <a:pt x="2344420" y="195580"/>
                  </a:lnTo>
                </a:path>
                <a:path w="8763000" h="838200">
                  <a:moveTo>
                    <a:pt x="6418580" y="195580"/>
                  </a:moveTo>
                  <a:lnTo>
                    <a:pt x="6418580" y="108712"/>
                  </a:lnTo>
                </a:path>
              </a:pathLst>
            </a:custGeom>
            <a:ln w="38100">
              <a:solidFill>
                <a:srgbClr val="FFFFFF"/>
              </a:solidFill>
            </a:ln>
          </p:spPr>
          <p:txBody>
            <a:bodyPr wrap="square" lIns="0" tIns="0" rIns="0" bIns="0" rtlCol="0"/>
            <a:lstStyle/>
            <a:p>
              <a:endParaRPr/>
            </a:p>
          </p:txBody>
        </p:sp>
      </p:grpSp>
      <p:sp>
        <p:nvSpPr>
          <p:cNvPr id="18" name="TextBox 17">
            <a:extLst>
              <a:ext uri="{FF2B5EF4-FFF2-40B4-BE49-F238E27FC236}">
                <a16:creationId xmlns:a16="http://schemas.microsoft.com/office/drawing/2014/main" id="{6D2850F7-DC72-4472-9BBD-6B1A606FD4E6}"/>
              </a:ext>
            </a:extLst>
          </p:cNvPr>
          <p:cNvSpPr txBox="1"/>
          <p:nvPr/>
        </p:nvSpPr>
        <p:spPr>
          <a:xfrm>
            <a:off x="2076450" y="1622422"/>
            <a:ext cx="4781170" cy="492443"/>
          </a:xfrm>
          <a:prstGeom prst="rect">
            <a:avLst/>
          </a:prstGeom>
          <a:noFill/>
        </p:spPr>
        <p:txBody>
          <a:bodyPr wrap="square" rtlCol="0">
            <a:spAutoFit/>
          </a:bodyPr>
          <a:lstStyle/>
          <a:p>
            <a:pPr algn="ctr"/>
            <a:r>
              <a:rPr lang="en-US" sz="2600" b="1" dirty="0">
                <a:solidFill>
                  <a:schemeClr val="bg1"/>
                </a:solidFill>
              </a:rPr>
              <a:t>QUY ĐỊNH MÔN HỌC</a:t>
            </a:r>
          </a:p>
        </p:txBody>
      </p:sp>
      <p:sp>
        <p:nvSpPr>
          <p:cNvPr id="20" name="TextBox 19">
            <a:extLst>
              <a:ext uri="{FF2B5EF4-FFF2-40B4-BE49-F238E27FC236}">
                <a16:creationId xmlns:a16="http://schemas.microsoft.com/office/drawing/2014/main" id="{344D8A2C-9039-4C72-846E-F9288B7F9353}"/>
              </a:ext>
            </a:extLst>
          </p:cNvPr>
          <p:cNvSpPr txBox="1"/>
          <p:nvPr/>
        </p:nvSpPr>
        <p:spPr>
          <a:xfrm>
            <a:off x="731138" y="2499432"/>
            <a:ext cx="7749540" cy="3816429"/>
          </a:xfrm>
          <a:prstGeom prst="rect">
            <a:avLst/>
          </a:prstGeom>
          <a:noFill/>
        </p:spPr>
        <p:txBody>
          <a:bodyPr wrap="square">
            <a:spAutoFit/>
          </a:bodyPr>
          <a:lstStyle/>
          <a:p>
            <a:pPr marL="547370" indent="-534670">
              <a:lnSpc>
                <a:spcPct val="100000"/>
              </a:lnSpc>
              <a:spcBef>
                <a:spcPts val="2390"/>
              </a:spcBef>
              <a:buFont typeface="Wingdings"/>
              <a:buChar char=""/>
              <a:tabLst>
                <a:tab pos="547370" algn="l"/>
              </a:tabLst>
            </a:pPr>
            <a:r>
              <a:rPr lang="vi-VN" sz="2600" b="1" dirty="0">
                <a:solidFill>
                  <a:schemeClr val="accent4">
                    <a:lumMod val="50000"/>
                  </a:schemeClr>
                </a:solidFill>
                <a:latin typeface="Arial"/>
                <a:cs typeface="Arial"/>
              </a:rPr>
              <a:t>Số</a:t>
            </a:r>
            <a:r>
              <a:rPr lang="vi-VN" sz="2600" b="1" spc="-25"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tín</a:t>
            </a:r>
            <a:r>
              <a:rPr lang="vi-VN" sz="2600" b="1" spc="-2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chỉ:</a:t>
            </a:r>
            <a:r>
              <a:rPr lang="vi-VN" sz="2600" b="1" spc="-25" dirty="0">
                <a:solidFill>
                  <a:schemeClr val="accent4">
                    <a:lumMod val="50000"/>
                  </a:schemeClr>
                </a:solidFill>
                <a:latin typeface="Arial"/>
                <a:cs typeface="Arial"/>
              </a:rPr>
              <a:t> </a:t>
            </a:r>
            <a:r>
              <a:rPr lang="vi-VN" sz="2600" dirty="0">
                <a:solidFill>
                  <a:schemeClr val="accent4">
                    <a:lumMod val="50000"/>
                  </a:schemeClr>
                </a:solidFill>
                <a:latin typeface="Microsoft Sans Serif"/>
                <a:cs typeface="Microsoft Sans Serif"/>
              </a:rPr>
              <a:t>2</a:t>
            </a:r>
            <a:r>
              <a:rPr lang="vi-VN" sz="2600" spc="20" dirty="0">
                <a:solidFill>
                  <a:schemeClr val="accent4">
                    <a:lumMod val="50000"/>
                  </a:schemeClr>
                </a:solidFill>
                <a:latin typeface="Microsoft Sans Serif"/>
                <a:cs typeface="Microsoft Sans Serif"/>
              </a:rPr>
              <a:t> </a:t>
            </a:r>
            <a:r>
              <a:rPr lang="vi-VN" sz="2600" dirty="0">
                <a:solidFill>
                  <a:schemeClr val="accent4">
                    <a:lumMod val="50000"/>
                  </a:schemeClr>
                </a:solidFill>
                <a:latin typeface="Microsoft Sans Serif"/>
                <a:cs typeface="Microsoft Sans Serif"/>
              </a:rPr>
              <a:t>(30</a:t>
            </a:r>
            <a:r>
              <a:rPr lang="vi-VN" sz="2600" spc="20" dirty="0">
                <a:solidFill>
                  <a:schemeClr val="accent4">
                    <a:lumMod val="50000"/>
                  </a:schemeClr>
                </a:solidFill>
                <a:latin typeface="Microsoft Sans Serif"/>
                <a:cs typeface="Microsoft Sans Serif"/>
              </a:rPr>
              <a:t> </a:t>
            </a:r>
            <a:r>
              <a:rPr lang="vi-VN" sz="2600" dirty="0">
                <a:solidFill>
                  <a:schemeClr val="accent4">
                    <a:lumMod val="50000"/>
                  </a:schemeClr>
                </a:solidFill>
                <a:latin typeface="Microsoft Sans Serif"/>
                <a:cs typeface="Microsoft Sans Serif"/>
              </a:rPr>
              <a:t>tiết</a:t>
            </a:r>
            <a:r>
              <a:rPr lang="vi-VN" sz="2600" spc="15" dirty="0">
                <a:solidFill>
                  <a:schemeClr val="accent4">
                    <a:lumMod val="50000"/>
                  </a:schemeClr>
                </a:solidFill>
                <a:latin typeface="Microsoft Sans Serif"/>
                <a:cs typeface="Microsoft Sans Serif"/>
              </a:rPr>
              <a:t> </a:t>
            </a:r>
            <a:r>
              <a:rPr lang="vi-VN" sz="2600" dirty="0">
                <a:solidFill>
                  <a:schemeClr val="accent4">
                    <a:lumMod val="50000"/>
                  </a:schemeClr>
                </a:solidFill>
                <a:latin typeface="Microsoft Sans Serif"/>
                <a:cs typeface="Microsoft Sans Serif"/>
              </a:rPr>
              <a:t>lý</a:t>
            </a:r>
            <a:r>
              <a:rPr lang="vi-VN" sz="2600" spc="15" dirty="0">
                <a:solidFill>
                  <a:schemeClr val="accent4">
                    <a:lumMod val="50000"/>
                  </a:schemeClr>
                </a:solidFill>
                <a:latin typeface="Microsoft Sans Serif"/>
                <a:cs typeface="Microsoft Sans Serif"/>
              </a:rPr>
              <a:t> </a:t>
            </a:r>
            <a:r>
              <a:rPr lang="vi-VN" sz="2600" spc="-10" dirty="0">
                <a:solidFill>
                  <a:schemeClr val="accent4">
                    <a:lumMod val="50000"/>
                  </a:schemeClr>
                </a:solidFill>
                <a:latin typeface="Microsoft Sans Serif"/>
                <a:cs typeface="Microsoft Sans Serif"/>
              </a:rPr>
              <a:t>thuyết)</a:t>
            </a:r>
            <a:endParaRPr lang="vi-VN" sz="2600" dirty="0">
              <a:solidFill>
                <a:schemeClr val="accent4">
                  <a:lumMod val="50000"/>
                </a:schemeClr>
              </a:solidFill>
              <a:latin typeface="Microsoft Sans Serif"/>
              <a:cs typeface="Microsoft Sans Serif"/>
            </a:endParaRPr>
          </a:p>
          <a:p>
            <a:pPr marL="547370" indent="-534670">
              <a:lnSpc>
                <a:spcPct val="100000"/>
              </a:lnSpc>
              <a:spcBef>
                <a:spcPts val="1200"/>
              </a:spcBef>
              <a:buFont typeface="Wingdings"/>
              <a:buChar char=""/>
              <a:tabLst>
                <a:tab pos="547370" algn="l"/>
              </a:tabLst>
            </a:pPr>
            <a:r>
              <a:rPr lang="vi-VN" sz="2600" b="1" dirty="0">
                <a:solidFill>
                  <a:schemeClr val="accent4">
                    <a:lumMod val="50000"/>
                  </a:schemeClr>
                </a:solidFill>
                <a:latin typeface="Arial"/>
                <a:cs typeface="Arial"/>
              </a:rPr>
              <a:t>Chương</a:t>
            </a:r>
            <a:r>
              <a:rPr lang="vi-VN" sz="2600" b="1" spc="-2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trình</a:t>
            </a:r>
            <a:r>
              <a:rPr lang="vi-VN" sz="2600" b="1" spc="-35"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môn</a:t>
            </a:r>
            <a:r>
              <a:rPr lang="vi-VN" sz="2600" b="1" spc="-3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học</a:t>
            </a:r>
            <a:r>
              <a:rPr lang="vi-VN" sz="2600" b="1" dirty="0">
                <a:solidFill>
                  <a:schemeClr val="accent4">
                    <a:lumMod val="50000"/>
                  </a:schemeClr>
                </a:solidFill>
                <a:latin typeface="+mn-lt"/>
                <a:cs typeface="Arial"/>
              </a:rPr>
              <a:t>:</a:t>
            </a:r>
            <a:r>
              <a:rPr lang="vi-VN" sz="2600" spc="-25" dirty="0">
                <a:solidFill>
                  <a:schemeClr val="accent4">
                    <a:lumMod val="50000"/>
                  </a:schemeClr>
                </a:solidFill>
                <a:latin typeface="+mn-lt"/>
                <a:cs typeface="Arial"/>
              </a:rPr>
              <a:t> </a:t>
            </a:r>
            <a:r>
              <a:rPr lang="en-US" sz="2600" spc="-25" dirty="0">
                <a:solidFill>
                  <a:schemeClr val="accent4">
                    <a:lumMod val="50000"/>
                  </a:schemeClr>
                </a:solidFill>
                <a:latin typeface="+mn-lt"/>
                <a:cs typeface="Microsoft Sans Serif"/>
              </a:rPr>
              <a:t>8</a:t>
            </a:r>
            <a:r>
              <a:rPr lang="vi-VN" sz="2600" dirty="0">
                <a:solidFill>
                  <a:schemeClr val="accent4">
                    <a:lumMod val="50000"/>
                  </a:schemeClr>
                </a:solidFill>
                <a:latin typeface="+mn-lt"/>
                <a:cs typeface="Microsoft Sans Serif"/>
              </a:rPr>
              <a:t> </a:t>
            </a:r>
            <a:r>
              <a:rPr lang="vi-VN" sz="2600" spc="100" dirty="0">
                <a:solidFill>
                  <a:schemeClr val="accent4">
                    <a:lumMod val="50000"/>
                  </a:schemeClr>
                </a:solidFill>
                <a:latin typeface="+mn-lt"/>
                <a:cs typeface="Microsoft Sans Serif"/>
              </a:rPr>
              <a:t>chương</a:t>
            </a:r>
            <a:endParaRPr lang="vi-VN" sz="2600" dirty="0">
              <a:solidFill>
                <a:schemeClr val="accent4">
                  <a:lumMod val="50000"/>
                </a:schemeClr>
              </a:solidFill>
              <a:latin typeface="+mn-lt"/>
              <a:cs typeface="Microsoft Sans Serif"/>
            </a:endParaRPr>
          </a:p>
          <a:p>
            <a:pPr marL="547370" indent="-534670">
              <a:lnSpc>
                <a:spcPct val="100000"/>
              </a:lnSpc>
              <a:spcBef>
                <a:spcPts val="1205"/>
              </a:spcBef>
              <a:buFont typeface="Wingdings"/>
              <a:buChar char=""/>
              <a:tabLst>
                <a:tab pos="547370" algn="l"/>
              </a:tabLst>
            </a:pPr>
            <a:r>
              <a:rPr lang="vi-VN" sz="2600" b="1" dirty="0">
                <a:solidFill>
                  <a:schemeClr val="accent4">
                    <a:lumMod val="50000"/>
                  </a:schemeClr>
                </a:solidFill>
                <a:latin typeface="Arial"/>
                <a:cs typeface="Arial"/>
              </a:rPr>
              <a:t>Nhóm</a:t>
            </a:r>
            <a:r>
              <a:rPr lang="vi-VN" sz="2600" b="1" spc="-4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TL,</a:t>
            </a:r>
            <a:r>
              <a:rPr lang="vi-VN" sz="2600" b="1" spc="-4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BT:</a:t>
            </a:r>
            <a:r>
              <a:rPr lang="vi-VN" sz="2600" b="1" spc="-40" dirty="0">
                <a:solidFill>
                  <a:schemeClr val="accent4">
                    <a:lumMod val="50000"/>
                  </a:schemeClr>
                </a:solidFill>
                <a:latin typeface="Arial"/>
                <a:cs typeface="Arial"/>
              </a:rPr>
              <a:t> </a:t>
            </a:r>
            <a:r>
              <a:rPr lang="vi-VN" sz="2600" dirty="0">
                <a:solidFill>
                  <a:schemeClr val="accent4">
                    <a:lumMod val="50000"/>
                  </a:schemeClr>
                </a:solidFill>
                <a:latin typeface="Microsoft Sans Serif"/>
                <a:cs typeface="Microsoft Sans Serif"/>
              </a:rPr>
              <a:t>3</a:t>
            </a:r>
            <a:r>
              <a:rPr lang="vi-VN" sz="2600" spc="5" dirty="0">
                <a:solidFill>
                  <a:schemeClr val="accent4">
                    <a:lumMod val="50000"/>
                  </a:schemeClr>
                </a:solidFill>
                <a:latin typeface="Microsoft Sans Serif"/>
                <a:cs typeface="Microsoft Sans Serif"/>
              </a:rPr>
              <a:t> </a:t>
            </a:r>
            <a:r>
              <a:rPr lang="vi-VN" sz="2600" spc="944" dirty="0">
                <a:solidFill>
                  <a:schemeClr val="accent4">
                    <a:lumMod val="50000"/>
                  </a:schemeClr>
                </a:solidFill>
                <a:latin typeface="Microsoft Sans Serif"/>
                <a:cs typeface="Microsoft Sans Serif"/>
              </a:rPr>
              <a:t>–</a:t>
            </a:r>
            <a:r>
              <a:rPr lang="vi-VN" sz="2600" spc="5" dirty="0">
                <a:solidFill>
                  <a:schemeClr val="accent4">
                    <a:lumMod val="50000"/>
                  </a:schemeClr>
                </a:solidFill>
                <a:latin typeface="Microsoft Sans Serif"/>
                <a:cs typeface="Microsoft Sans Serif"/>
              </a:rPr>
              <a:t> </a:t>
            </a:r>
            <a:r>
              <a:rPr lang="vi-VN" sz="2600" dirty="0">
                <a:solidFill>
                  <a:schemeClr val="accent4">
                    <a:lumMod val="50000"/>
                  </a:schemeClr>
                </a:solidFill>
                <a:latin typeface="Microsoft Sans Serif"/>
                <a:cs typeface="Microsoft Sans Serif"/>
              </a:rPr>
              <a:t>7</a:t>
            </a:r>
            <a:r>
              <a:rPr lang="vi-VN" sz="2600" spc="5" dirty="0">
                <a:solidFill>
                  <a:schemeClr val="accent4">
                    <a:lumMod val="50000"/>
                  </a:schemeClr>
                </a:solidFill>
                <a:latin typeface="Microsoft Sans Serif"/>
                <a:cs typeface="Microsoft Sans Serif"/>
              </a:rPr>
              <a:t> </a:t>
            </a:r>
            <a:r>
              <a:rPr lang="vi-VN" sz="2600" spc="-25" dirty="0">
                <a:solidFill>
                  <a:schemeClr val="accent4">
                    <a:lumMod val="50000"/>
                  </a:schemeClr>
                </a:solidFill>
                <a:latin typeface="Microsoft Sans Serif"/>
                <a:cs typeface="Microsoft Sans Serif"/>
              </a:rPr>
              <a:t>SV</a:t>
            </a:r>
            <a:endParaRPr lang="vi-VN" sz="2600" dirty="0">
              <a:solidFill>
                <a:schemeClr val="accent4">
                  <a:lumMod val="50000"/>
                </a:schemeClr>
              </a:solidFill>
              <a:latin typeface="Microsoft Sans Serif"/>
              <a:cs typeface="Microsoft Sans Serif"/>
            </a:endParaRPr>
          </a:p>
          <a:p>
            <a:pPr marL="547370" indent="-534670">
              <a:lnSpc>
                <a:spcPct val="100000"/>
              </a:lnSpc>
              <a:spcBef>
                <a:spcPts val="1200"/>
              </a:spcBef>
              <a:buFont typeface="Wingdings"/>
              <a:buChar char=""/>
              <a:tabLst>
                <a:tab pos="547370" algn="l"/>
              </a:tabLst>
            </a:pPr>
            <a:r>
              <a:rPr lang="vi-VN" sz="2600" b="1" dirty="0">
                <a:solidFill>
                  <a:schemeClr val="accent4">
                    <a:lumMod val="50000"/>
                  </a:schemeClr>
                </a:solidFill>
                <a:latin typeface="Arial"/>
                <a:cs typeface="Arial"/>
              </a:rPr>
              <a:t>Hình</a:t>
            </a:r>
            <a:r>
              <a:rPr lang="vi-VN" sz="2600" b="1" spc="-15"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thức</a:t>
            </a:r>
            <a:r>
              <a:rPr lang="vi-VN" sz="2600" b="1" spc="-5"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thi:</a:t>
            </a:r>
            <a:r>
              <a:rPr lang="vi-VN" sz="2600" b="1" spc="-5" dirty="0">
                <a:solidFill>
                  <a:schemeClr val="accent4">
                    <a:lumMod val="50000"/>
                  </a:schemeClr>
                </a:solidFill>
                <a:latin typeface="Arial"/>
                <a:cs typeface="Arial"/>
              </a:rPr>
              <a:t> </a:t>
            </a:r>
            <a:r>
              <a:rPr lang="en-US" sz="2600" dirty="0" err="1">
                <a:solidFill>
                  <a:schemeClr val="accent4">
                    <a:lumMod val="50000"/>
                  </a:schemeClr>
                </a:solidFill>
                <a:latin typeface="Microsoft Sans Serif"/>
                <a:cs typeface="Microsoft Sans Serif"/>
              </a:rPr>
              <a:t>Thi</a:t>
            </a:r>
            <a:r>
              <a:rPr lang="en-US" sz="2600" dirty="0">
                <a:solidFill>
                  <a:schemeClr val="accent4">
                    <a:lumMod val="50000"/>
                  </a:schemeClr>
                </a:solidFill>
                <a:latin typeface="Microsoft Sans Serif"/>
                <a:cs typeface="Microsoft Sans Serif"/>
              </a:rPr>
              <a:t> </a:t>
            </a:r>
            <a:r>
              <a:rPr lang="en-US" sz="2600" dirty="0" err="1">
                <a:solidFill>
                  <a:schemeClr val="accent4">
                    <a:lumMod val="50000"/>
                  </a:schemeClr>
                </a:solidFill>
                <a:latin typeface="Microsoft Sans Serif"/>
                <a:cs typeface="Microsoft Sans Serif"/>
              </a:rPr>
              <a:t>tập</a:t>
            </a:r>
            <a:r>
              <a:rPr lang="en-US" sz="2600" dirty="0">
                <a:solidFill>
                  <a:schemeClr val="accent4">
                    <a:lumMod val="50000"/>
                  </a:schemeClr>
                </a:solidFill>
                <a:latin typeface="Microsoft Sans Serif"/>
                <a:cs typeface="Microsoft Sans Serif"/>
              </a:rPr>
              <a:t> </a:t>
            </a:r>
            <a:r>
              <a:rPr lang="en-US" sz="2600" dirty="0" err="1">
                <a:solidFill>
                  <a:schemeClr val="accent4">
                    <a:lumMod val="50000"/>
                  </a:schemeClr>
                </a:solidFill>
                <a:latin typeface="Microsoft Sans Serif"/>
                <a:cs typeface="Microsoft Sans Serif"/>
              </a:rPr>
              <a:t>trung</a:t>
            </a:r>
            <a:endParaRPr lang="vi-VN" sz="2600" dirty="0">
              <a:solidFill>
                <a:schemeClr val="accent4">
                  <a:lumMod val="50000"/>
                </a:schemeClr>
              </a:solidFill>
              <a:latin typeface="Microsoft Sans Serif"/>
              <a:cs typeface="Microsoft Sans Serif"/>
            </a:endParaRPr>
          </a:p>
          <a:p>
            <a:pPr marL="812800" lvl="1" indent="-457200">
              <a:lnSpc>
                <a:spcPct val="100000"/>
              </a:lnSpc>
              <a:spcBef>
                <a:spcPts val="1200"/>
              </a:spcBef>
              <a:buFont typeface="Arial" panose="020B0604020202020204" pitchFamily="34" charset="0"/>
              <a:buChar char="•"/>
              <a:tabLst>
                <a:tab pos="759460" algn="l"/>
              </a:tabLst>
            </a:pPr>
            <a:r>
              <a:rPr lang="en-US" sz="2600" b="1" dirty="0" err="1">
                <a:solidFill>
                  <a:schemeClr val="accent4">
                    <a:lumMod val="50000"/>
                  </a:schemeClr>
                </a:solidFill>
                <a:latin typeface="Arial"/>
                <a:cs typeface="Arial"/>
              </a:rPr>
              <a:t>Giữa</a:t>
            </a:r>
            <a:r>
              <a:rPr lang="en-US" sz="2600" b="1" dirty="0">
                <a:solidFill>
                  <a:schemeClr val="accent4">
                    <a:lumMod val="50000"/>
                  </a:schemeClr>
                </a:solidFill>
                <a:latin typeface="Arial"/>
                <a:cs typeface="Arial"/>
              </a:rPr>
              <a:t> </a:t>
            </a:r>
            <a:r>
              <a:rPr lang="en-US" sz="2600" b="1" dirty="0" err="1">
                <a:solidFill>
                  <a:schemeClr val="accent4">
                    <a:lumMod val="50000"/>
                  </a:schemeClr>
                </a:solidFill>
                <a:latin typeface="Arial"/>
                <a:cs typeface="Arial"/>
              </a:rPr>
              <a:t>kỳ</a:t>
            </a:r>
            <a:r>
              <a:rPr lang="en-US" sz="2600" b="1" dirty="0">
                <a:solidFill>
                  <a:schemeClr val="accent4">
                    <a:lumMod val="50000"/>
                  </a:schemeClr>
                </a:solidFill>
                <a:latin typeface="Arial"/>
                <a:cs typeface="Arial"/>
              </a:rPr>
              <a:t>: </a:t>
            </a:r>
            <a:r>
              <a:rPr lang="en-US" sz="2600" dirty="0">
                <a:solidFill>
                  <a:schemeClr val="accent4">
                    <a:lumMod val="50000"/>
                  </a:schemeClr>
                </a:solidFill>
                <a:latin typeface="Arial"/>
                <a:cs typeface="Arial"/>
              </a:rPr>
              <a:t>40%</a:t>
            </a:r>
          </a:p>
          <a:p>
            <a:pPr marL="812800" lvl="1" indent="-457200">
              <a:lnSpc>
                <a:spcPct val="100000"/>
              </a:lnSpc>
              <a:spcBef>
                <a:spcPts val="1200"/>
              </a:spcBef>
              <a:buFont typeface="Arial" panose="020B0604020202020204" pitchFamily="34" charset="0"/>
              <a:buChar char="•"/>
              <a:tabLst>
                <a:tab pos="759460" algn="l"/>
              </a:tabLst>
            </a:pPr>
            <a:r>
              <a:rPr lang="vi-VN" sz="2600" b="1" dirty="0">
                <a:solidFill>
                  <a:schemeClr val="accent4">
                    <a:lumMod val="50000"/>
                  </a:schemeClr>
                </a:solidFill>
                <a:latin typeface="Arial"/>
                <a:cs typeface="Arial"/>
              </a:rPr>
              <a:t>Cuối</a:t>
            </a:r>
            <a:r>
              <a:rPr lang="vi-VN" sz="2600" b="1" spc="-15"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kỳ:</a:t>
            </a:r>
            <a:r>
              <a:rPr lang="vi-VN" sz="2600" b="1" spc="-25" dirty="0">
                <a:solidFill>
                  <a:schemeClr val="accent4">
                    <a:lumMod val="50000"/>
                  </a:schemeClr>
                </a:solidFill>
                <a:latin typeface="Arial"/>
                <a:cs typeface="Arial"/>
              </a:rPr>
              <a:t> </a:t>
            </a:r>
            <a:r>
              <a:rPr lang="en-US" sz="2600" dirty="0">
                <a:solidFill>
                  <a:schemeClr val="accent4">
                    <a:lumMod val="50000"/>
                  </a:schemeClr>
                </a:solidFill>
                <a:latin typeface="Microsoft Sans Serif"/>
                <a:cs typeface="Microsoft Sans Serif"/>
              </a:rPr>
              <a:t>60%</a:t>
            </a:r>
            <a:endParaRPr lang="vi-VN" sz="2600" dirty="0">
              <a:solidFill>
                <a:schemeClr val="accent4">
                  <a:lumMod val="50000"/>
                </a:schemeClr>
              </a:solidFill>
              <a:latin typeface="Microsoft Sans Serif"/>
              <a:cs typeface="Microsoft Sans Serif"/>
            </a:endParaRPr>
          </a:p>
          <a:p>
            <a:pPr marL="547370" indent="-534670">
              <a:lnSpc>
                <a:spcPct val="100000"/>
              </a:lnSpc>
              <a:spcBef>
                <a:spcPts val="1205"/>
              </a:spcBef>
              <a:buFont typeface="Wingdings"/>
              <a:buChar char=""/>
              <a:tabLst>
                <a:tab pos="547370" algn="l"/>
              </a:tabLst>
            </a:pPr>
            <a:r>
              <a:rPr lang="vi-VN" sz="2600" b="1" dirty="0">
                <a:solidFill>
                  <a:schemeClr val="accent4">
                    <a:lumMod val="50000"/>
                  </a:schemeClr>
                </a:solidFill>
                <a:latin typeface="Arial"/>
                <a:cs typeface="Arial"/>
              </a:rPr>
              <a:t>Nghỉ</a:t>
            </a:r>
            <a:r>
              <a:rPr lang="vi-VN" sz="2600" b="1" spc="-25"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học</a:t>
            </a:r>
            <a:r>
              <a:rPr lang="vi-VN" sz="2600" b="1" spc="-1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&gt;</a:t>
            </a:r>
            <a:r>
              <a:rPr lang="vi-VN" sz="2600" b="1" spc="-2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6</a:t>
            </a:r>
            <a:r>
              <a:rPr lang="vi-VN" sz="2600" b="1" spc="-3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tiết</a:t>
            </a:r>
            <a:r>
              <a:rPr lang="vi-VN" sz="2600" b="1" spc="-25"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(&gt;</a:t>
            </a:r>
            <a:r>
              <a:rPr lang="vi-VN" sz="2600" b="1" spc="-10" dirty="0">
                <a:solidFill>
                  <a:schemeClr val="accent4">
                    <a:lumMod val="50000"/>
                  </a:schemeClr>
                </a:solidFill>
                <a:latin typeface="Arial"/>
                <a:cs typeface="Arial"/>
              </a:rPr>
              <a:t> </a:t>
            </a:r>
            <a:r>
              <a:rPr lang="vi-VN" sz="2600" b="1" dirty="0">
                <a:solidFill>
                  <a:schemeClr val="accent4">
                    <a:lumMod val="50000"/>
                  </a:schemeClr>
                </a:solidFill>
                <a:latin typeface="Arial"/>
                <a:cs typeface="Arial"/>
              </a:rPr>
              <a:t>20%):</a:t>
            </a:r>
            <a:r>
              <a:rPr lang="vi-VN" sz="2600" b="1" spc="-40" dirty="0">
                <a:solidFill>
                  <a:schemeClr val="accent4">
                    <a:lumMod val="50000"/>
                  </a:schemeClr>
                </a:solidFill>
                <a:latin typeface="Arial"/>
                <a:cs typeface="Arial"/>
              </a:rPr>
              <a:t> </a:t>
            </a:r>
            <a:r>
              <a:rPr lang="vi-VN" sz="2600" dirty="0">
                <a:solidFill>
                  <a:schemeClr val="accent4">
                    <a:lumMod val="50000"/>
                  </a:schemeClr>
                </a:solidFill>
                <a:latin typeface="Microsoft Sans Serif"/>
                <a:cs typeface="Microsoft Sans Serif"/>
              </a:rPr>
              <a:t>Cấm</a:t>
            </a:r>
            <a:r>
              <a:rPr lang="vi-VN" sz="2600" spc="20" dirty="0">
                <a:solidFill>
                  <a:schemeClr val="accent4">
                    <a:lumMod val="50000"/>
                  </a:schemeClr>
                </a:solidFill>
                <a:latin typeface="Microsoft Sans Serif"/>
                <a:cs typeface="Microsoft Sans Serif"/>
              </a:rPr>
              <a:t> </a:t>
            </a:r>
            <a:r>
              <a:rPr lang="vi-VN" sz="2600" dirty="0">
                <a:solidFill>
                  <a:schemeClr val="accent4">
                    <a:lumMod val="50000"/>
                  </a:schemeClr>
                </a:solidFill>
                <a:latin typeface="Microsoft Sans Serif"/>
                <a:cs typeface="Microsoft Sans Serif"/>
              </a:rPr>
              <a:t>thi</a:t>
            </a:r>
            <a:r>
              <a:rPr lang="vi-VN" sz="2600" spc="20" dirty="0">
                <a:solidFill>
                  <a:schemeClr val="accent4">
                    <a:lumMod val="50000"/>
                  </a:schemeClr>
                </a:solidFill>
                <a:latin typeface="Microsoft Sans Serif"/>
                <a:cs typeface="Microsoft Sans Serif"/>
              </a:rPr>
              <a:t> </a:t>
            </a:r>
            <a:r>
              <a:rPr lang="vi-VN" sz="2600" spc="-25" dirty="0">
                <a:solidFill>
                  <a:schemeClr val="accent4">
                    <a:lumMod val="50000"/>
                  </a:schemeClr>
                </a:solidFill>
                <a:latin typeface="Microsoft Sans Serif"/>
                <a:cs typeface="Microsoft Sans Serif"/>
              </a:rPr>
              <a:t>CK</a:t>
            </a:r>
            <a:endParaRPr lang="vi-VN" sz="2600" dirty="0">
              <a:solidFill>
                <a:schemeClr val="accent4">
                  <a:lumMod val="50000"/>
                </a:schemeClr>
              </a:solidFill>
              <a:latin typeface="Microsoft Sans Serif"/>
              <a:cs typeface="Microsoft Sans Serif"/>
            </a:endParaRPr>
          </a:p>
        </p:txBody>
      </p:sp>
    </p:spTree>
    <p:extLst>
      <p:ext uri="{BB962C8B-B14F-4D97-AF65-F5344CB8AC3E}">
        <p14:creationId xmlns:p14="http://schemas.microsoft.com/office/powerpoint/2010/main" val="3848983061"/>
      </p:ext>
    </p:extLst>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6A7061-DA54-4FD3-86CC-D54DA3AF6A0F}"/>
              </a:ext>
            </a:extLst>
          </p:cNvPr>
          <p:cNvSpPr txBox="1"/>
          <p:nvPr/>
        </p:nvSpPr>
        <p:spPr>
          <a:xfrm>
            <a:off x="990600" y="304800"/>
            <a:ext cx="6553200" cy="400110"/>
          </a:xfrm>
          <a:prstGeom prst="rect">
            <a:avLst/>
          </a:prstGeom>
          <a:noFill/>
        </p:spPr>
        <p:txBody>
          <a:bodyPr wrap="square" rtlCol="0">
            <a:spAutoFit/>
          </a:bodyPr>
          <a:lstStyle/>
          <a:p>
            <a:r>
              <a:rPr lang="en-US" sz="2000" b="1" dirty="0">
                <a:solidFill>
                  <a:schemeClr val="accent1">
                    <a:lumMod val="75000"/>
                  </a:schemeClr>
                </a:solidFill>
              </a:rPr>
              <a:t>TRƯỜNG ĐẠI HỌC CÔNG NGHỆ THÔNG TIN</a:t>
            </a:r>
          </a:p>
        </p:txBody>
      </p:sp>
      <p:sp>
        <p:nvSpPr>
          <p:cNvPr id="14" name="Scroll: Horizontal 13">
            <a:extLst>
              <a:ext uri="{FF2B5EF4-FFF2-40B4-BE49-F238E27FC236}">
                <a16:creationId xmlns:a16="http://schemas.microsoft.com/office/drawing/2014/main" id="{E4FAC3F8-62F1-4F7C-9CBE-B635161A0FAA}"/>
              </a:ext>
            </a:extLst>
          </p:cNvPr>
          <p:cNvSpPr/>
          <p:nvPr/>
        </p:nvSpPr>
        <p:spPr>
          <a:xfrm>
            <a:off x="914400" y="1295400"/>
            <a:ext cx="7315200" cy="1143000"/>
          </a:xfrm>
          <a:prstGeom prst="horizontalScrol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600" b="1" dirty="0">
                <a:solidFill>
                  <a:schemeClr val="bg2"/>
                </a:solidFill>
              </a:rPr>
              <a:t>CHƯƠNG TRÌNH MÔN HỌC</a:t>
            </a:r>
          </a:p>
        </p:txBody>
      </p:sp>
      <p:sp>
        <p:nvSpPr>
          <p:cNvPr id="26" name="Arrow: Pentagon 25">
            <a:extLst>
              <a:ext uri="{FF2B5EF4-FFF2-40B4-BE49-F238E27FC236}">
                <a16:creationId xmlns:a16="http://schemas.microsoft.com/office/drawing/2014/main" id="{577A08F6-C18F-451D-A2AD-949F548D5BBB}"/>
              </a:ext>
            </a:extLst>
          </p:cNvPr>
          <p:cNvSpPr/>
          <p:nvPr/>
        </p:nvSpPr>
        <p:spPr>
          <a:xfrm>
            <a:off x="1219200" y="3264976"/>
            <a:ext cx="1676400" cy="685800"/>
          </a:xfrm>
          <a:prstGeom prst="homePlate">
            <a:avLst/>
          </a:prstGeom>
          <a:solidFill>
            <a:srgbClr val="FFC00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b="1" dirty="0"/>
              <a:t>PHẦN 1</a:t>
            </a:r>
          </a:p>
        </p:txBody>
      </p:sp>
      <p:sp>
        <p:nvSpPr>
          <p:cNvPr id="27" name="Arrow: Pentagon 26">
            <a:extLst>
              <a:ext uri="{FF2B5EF4-FFF2-40B4-BE49-F238E27FC236}">
                <a16:creationId xmlns:a16="http://schemas.microsoft.com/office/drawing/2014/main" id="{B8BD870E-E1A5-4EF6-BFB5-FC948EA92835}"/>
              </a:ext>
            </a:extLst>
          </p:cNvPr>
          <p:cNvSpPr/>
          <p:nvPr/>
        </p:nvSpPr>
        <p:spPr>
          <a:xfrm>
            <a:off x="1251488" y="4345984"/>
            <a:ext cx="1676400" cy="685800"/>
          </a:xfrm>
          <a:prstGeom prst="homePlate">
            <a:avLst/>
          </a:prstGeom>
          <a:solidFill>
            <a:srgbClr val="00B05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b="1" dirty="0"/>
              <a:t>PHẦN 2</a:t>
            </a:r>
          </a:p>
        </p:txBody>
      </p:sp>
      <p:sp>
        <p:nvSpPr>
          <p:cNvPr id="28" name="Rectangle: Rounded Corners 27">
            <a:extLst>
              <a:ext uri="{FF2B5EF4-FFF2-40B4-BE49-F238E27FC236}">
                <a16:creationId xmlns:a16="http://schemas.microsoft.com/office/drawing/2014/main" id="{C0474FF3-B946-4ADA-8FB7-C991DBE12059}"/>
              </a:ext>
            </a:extLst>
          </p:cNvPr>
          <p:cNvSpPr/>
          <p:nvPr/>
        </p:nvSpPr>
        <p:spPr>
          <a:xfrm>
            <a:off x="2971800" y="3264976"/>
            <a:ext cx="5257800" cy="685800"/>
          </a:xfrm>
          <a:prstGeom prst="roundRect">
            <a:avLst/>
          </a:prstGeom>
          <a:solidFill>
            <a:srgbClr val="FFC00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b="1" dirty="0"/>
              <a:t>NHÀ NƯỚC VÀ PHÁP LUẬT</a:t>
            </a:r>
          </a:p>
        </p:txBody>
      </p:sp>
      <p:sp>
        <p:nvSpPr>
          <p:cNvPr id="29" name="Rectangle: Rounded Corners 28">
            <a:extLst>
              <a:ext uri="{FF2B5EF4-FFF2-40B4-BE49-F238E27FC236}">
                <a16:creationId xmlns:a16="http://schemas.microsoft.com/office/drawing/2014/main" id="{02FDDC4A-2C67-4315-8A9F-1B82CE908EB8}"/>
              </a:ext>
            </a:extLst>
          </p:cNvPr>
          <p:cNvSpPr/>
          <p:nvPr/>
        </p:nvSpPr>
        <p:spPr>
          <a:xfrm>
            <a:off x="2971800" y="4345984"/>
            <a:ext cx="5257800" cy="685800"/>
          </a:xfrm>
          <a:prstGeom prst="roundRect">
            <a:avLst/>
          </a:prstGeom>
          <a:solidFill>
            <a:srgbClr val="00B05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b="1" dirty="0"/>
              <a:t>HỆ THỐNG PHÁP LUẬT VIỆT NAM</a:t>
            </a:r>
          </a:p>
        </p:txBody>
      </p:sp>
    </p:spTree>
    <p:extLst>
      <p:ext uri="{BB962C8B-B14F-4D97-AF65-F5344CB8AC3E}">
        <p14:creationId xmlns:p14="http://schemas.microsoft.com/office/powerpoint/2010/main" val="1225170180"/>
      </p:ext>
    </p:extLst>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6AD21F-0C14-4097-BEFF-7B2B380F733C}"/>
              </a:ext>
            </a:extLst>
          </p:cNvPr>
          <p:cNvSpPr txBox="1"/>
          <p:nvPr/>
        </p:nvSpPr>
        <p:spPr>
          <a:xfrm>
            <a:off x="990600" y="304800"/>
            <a:ext cx="6553200" cy="400110"/>
          </a:xfrm>
          <a:prstGeom prst="rect">
            <a:avLst/>
          </a:prstGeom>
          <a:noFill/>
        </p:spPr>
        <p:txBody>
          <a:bodyPr wrap="square" rtlCol="0">
            <a:spAutoFit/>
          </a:bodyPr>
          <a:lstStyle/>
          <a:p>
            <a:r>
              <a:rPr lang="en-US" sz="2000" b="1" dirty="0">
                <a:solidFill>
                  <a:schemeClr val="accent1">
                    <a:lumMod val="75000"/>
                  </a:schemeClr>
                </a:solidFill>
              </a:rPr>
              <a:t>TRƯỜNG ĐẠI HỌC CÔNG NGHỆ THÔNG TIN</a:t>
            </a:r>
          </a:p>
        </p:txBody>
      </p:sp>
      <p:sp>
        <p:nvSpPr>
          <p:cNvPr id="5" name="Rectangle 2">
            <a:extLst>
              <a:ext uri="{FF2B5EF4-FFF2-40B4-BE49-F238E27FC236}">
                <a16:creationId xmlns:a16="http://schemas.microsoft.com/office/drawing/2014/main" id="{37A0731A-8006-4EA6-9FE5-F8983C20692E}"/>
              </a:ext>
            </a:extLst>
          </p:cNvPr>
          <p:cNvSpPr txBox="1">
            <a:spLocks noRot="1" noChangeArrowheads="1"/>
          </p:cNvSpPr>
          <p:nvPr/>
        </p:nvSpPr>
        <p:spPr bwMode="auto">
          <a:xfrm>
            <a:off x="685800" y="2438400"/>
            <a:ext cx="8267700" cy="4572000"/>
          </a:xfrm>
          <a:prstGeom prst="rect">
            <a:avLst/>
          </a:prstGeom>
          <a:noFill/>
          <a:ln w="9525">
            <a:noFill/>
            <a:miter lim="800000"/>
            <a:headEnd/>
            <a:tailEnd/>
          </a:ln>
        </p:spPr>
        <p:txBody>
          <a:bodyPr vert="horz" wrap="square" lIns="91425" tIns="91425" rIns="91425" bIns="91425" numCol="1" rtlCol="0" anchor="b" anchorCtr="0" compatLnSpc="1">
            <a:prstTxWarp prst="textNoShape">
              <a:avLst/>
            </a:prstTxWarp>
            <a:no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algn="l" eaLnBrk="1" fontAlgn="auto" hangingPunct="1">
              <a:lnSpc>
                <a:spcPct val="170000"/>
              </a:lnSpc>
              <a:spcBef>
                <a:spcPts val="1200"/>
              </a:spcBef>
              <a:spcAft>
                <a:spcPts val="1200"/>
              </a:spcAft>
              <a:defRPr/>
            </a:pPr>
            <a:r>
              <a:rPr lang="en-US" altLang="en-US" sz="1800" b="1" kern="0" dirty="0">
                <a:solidFill>
                  <a:srgbClr val="000099"/>
                </a:solidFill>
                <a:latin typeface="Times New Roman" panose="02020603050405020304" pitchFamily="18" charset="0"/>
              </a:rPr>
              <a:t>CHƯƠNG 1. NHỮNG VẤN ĐỀ LÝ LUẬN CƠ BẢN VỀ NHÀ NƯỚC</a:t>
            </a:r>
            <a:br>
              <a:rPr lang="en-US" altLang="en-US" sz="1800" b="1" kern="0" dirty="0">
                <a:solidFill>
                  <a:srgbClr val="000099"/>
                </a:solidFill>
                <a:latin typeface="Times New Roman" panose="02020603050405020304" pitchFamily="18" charset="0"/>
              </a:rPr>
            </a:br>
            <a:r>
              <a:rPr lang="en-US" altLang="en-US" sz="1800" b="1" kern="0" dirty="0">
                <a:solidFill>
                  <a:srgbClr val="000099"/>
                </a:solidFill>
                <a:latin typeface="Times New Roman" panose="02020603050405020304" pitchFamily="18" charset="0"/>
              </a:rPr>
              <a:t>CHƯƠNG 2. </a:t>
            </a:r>
            <a:r>
              <a:rPr lang="vi-VN" altLang="en-US" sz="1800" b="1" kern="0" dirty="0">
                <a:solidFill>
                  <a:srgbClr val="000099"/>
                </a:solidFill>
                <a:latin typeface="Times New Roman" panose="02020603050405020304" pitchFamily="18" charset="0"/>
              </a:rPr>
              <a:t>NHÀ NƯỚC CỘNG HOÀ XÃ HỘI CHỦ NGHĨA VIỆT NAM</a:t>
            </a:r>
            <a:br>
              <a:rPr lang="en-US" altLang="en-US" sz="1800" b="1" kern="0" dirty="0">
                <a:solidFill>
                  <a:srgbClr val="000099"/>
                </a:solidFill>
                <a:latin typeface="Times New Roman" panose="02020603050405020304" pitchFamily="18" charset="0"/>
              </a:rPr>
            </a:br>
            <a:r>
              <a:rPr lang="en-US" altLang="en-US" sz="1800" b="1" kern="0" dirty="0">
                <a:solidFill>
                  <a:srgbClr val="000099"/>
                </a:solidFill>
                <a:latin typeface="Times New Roman" panose="02020603050405020304" pitchFamily="18" charset="0"/>
              </a:rPr>
              <a:t>CHƯƠNG 3. NHỮNG VẤN ĐỀ CƠ BẢN CỦA PHÁP LUẬT</a:t>
            </a:r>
            <a:br>
              <a:rPr lang="en-US" altLang="en-US" sz="1800" b="1" kern="0" dirty="0">
                <a:solidFill>
                  <a:srgbClr val="000099"/>
                </a:solidFill>
                <a:latin typeface="Times New Roman" panose="02020603050405020304" pitchFamily="18" charset="0"/>
              </a:rPr>
            </a:br>
            <a:r>
              <a:rPr lang="en-US" altLang="en-US" sz="1800" b="1" kern="0" dirty="0">
                <a:solidFill>
                  <a:srgbClr val="000099"/>
                </a:solidFill>
                <a:latin typeface="Times New Roman" panose="02020603050405020304" pitchFamily="18" charset="0"/>
              </a:rPr>
              <a:t>CHƯƠNG 4. HỆ THỐNG PHÁP LUẬT VÀ QUY PHẠM PHÁP LUẬT</a:t>
            </a:r>
            <a:br>
              <a:rPr lang="en-US" altLang="en-US" sz="1800" b="1" kern="0" dirty="0">
                <a:solidFill>
                  <a:srgbClr val="000099"/>
                </a:solidFill>
                <a:latin typeface="Times New Roman" panose="02020603050405020304" pitchFamily="18" charset="0"/>
              </a:rPr>
            </a:br>
            <a:r>
              <a:rPr lang="en-US" altLang="en-US" sz="1800" b="1" kern="0" dirty="0">
                <a:solidFill>
                  <a:srgbClr val="000099"/>
                </a:solidFill>
                <a:latin typeface="Times New Roman" panose="02020603050405020304" pitchFamily="18" charset="0"/>
              </a:rPr>
              <a:t>CHƯƠNG 5. QUAN HỆ PHÁP LUẬT</a:t>
            </a:r>
            <a:br>
              <a:rPr lang="en-US" altLang="en-US" sz="1800" b="1" kern="0" dirty="0">
                <a:solidFill>
                  <a:srgbClr val="000099"/>
                </a:solidFill>
                <a:latin typeface="Times New Roman" panose="02020603050405020304" pitchFamily="18" charset="0"/>
              </a:rPr>
            </a:br>
            <a:r>
              <a:rPr lang="en-US" altLang="en-US" sz="1800" b="1" kern="0" dirty="0">
                <a:solidFill>
                  <a:srgbClr val="000099"/>
                </a:solidFill>
                <a:latin typeface="Times New Roman" panose="02020603050405020304" pitchFamily="18" charset="0"/>
              </a:rPr>
              <a:t>CHƯƠNG 6. THỰC HIỆN PHÁP LUẬT – VI PHẠM PHÁP LUẬT – TRÁCH NHIỆM PHÁP LÝ</a:t>
            </a:r>
            <a:br>
              <a:rPr lang="en-US" altLang="en-US" sz="1800" b="1" kern="0" dirty="0">
                <a:solidFill>
                  <a:srgbClr val="000099"/>
                </a:solidFill>
                <a:latin typeface="Times New Roman" panose="02020603050405020304" pitchFamily="18" charset="0"/>
              </a:rPr>
            </a:br>
            <a:r>
              <a:rPr lang="en-US" altLang="en-US" sz="1800" b="1" kern="0" dirty="0">
                <a:solidFill>
                  <a:srgbClr val="000099"/>
                </a:solidFill>
                <a:latin typeface="Times New Roman" panose="02020603050405020304" pitchFamily="18" charset="0"/>
              </a:rPr>
              <a:t>CHƯƠNG 7. </a:t>
            </a:r>
            <a:r>
              <a:rPr lang="vi-VN" altLang="en-US" sz="1800" b="1" kern="0" dirty="0">
                <a:solidFill>
                  <a:srgbClr val="000099"/>
                </a:solidFill>
                <a:latin typeface="Times New Roman" panose="02020603050405020304" pitchFamily="18" charset="0"/>
              </a:rPr>
              <a:t>PHÁP CHẾ XHCN – NHÀ NƯỚC PHÁP QUYỀN</a:t>
            </a:r>
            <a:br>
              <a:rPr lang="en-US" altLang="en-US" sz="1800" b="1" kern="0" dirty="0">
                <a:solidFill>
                  <a:srgbClr val="000099"/>
                </a:solidFill>
                <a:latin typeface="Times New Roman" panose="02020603050405020304" pitchFamily="18" charset="0"/>
              </a:rPr>
            </a:br>
            <a:r>
              <a:rPr lang="en-US" altLang="en-US" sz="1800" b="1" kern="0" dirty="0">
                <a:solidFill>
                  <a:srgbClr val="000099"/>
                </a:solidFill>
                <a:latin typeface="Times New Roman" panose="02020603050405020304" pitchFamily="18" charset="0"/>
              </a:rPr>
              <a:t>CHƯƠNG 8. </a:t>
            </a:r>
            <a:r>
              <a:rPr lang="vi-VN" altLang="en-US" sz="1800" b="1" kern="0" dirty="0">
                <a:solidFill>
                  <a:srgbClr val="000099"/>
                </a:solidFill>
                <a:latin typeface="Times New Roman" panose="02020603050405020304" pitchFamily="18" charset="0"/>
              </a:rPr>
              <a:t>CÁC NGÀNH LUẬT CƠ BẢN TRONG HỆ THỐNG PHÁP LUẬT VIỆT NAM</a:t>
            </a:r>
            <a:br>
              <a:rPr lang="en-US" altLang="en-US" sz="1800" kern="0" dirty="0">
                <a:solidFill>
                  <a:srgbClr val="000099"/>
                </a:solidFill>
                <a:latin typeface="Times New Roman" panose="02020603050405020304" pitchFamily="18" charset="0"/>
              </a:rPr>
            </a:br>
            <a:endParaRPr lang="en-US" altLang="en-US" sz="1800" b="1" kern="0" dirty="0">
              <a:solidFill>
                <a:srgbClr val="000099"/>
              </a:solidFill>
              <a:latin typeface="Times New Roman" panose="02020603050405020304" pitchFamily="18" charset="0"/>
            </a:endParaRPr>
          </a:p>
        </p:txBody>
      </p:sp>
      <p:sp>
        <p:nvSpPr>
          <p:cNvPr id="6" name="Rectangle 2">
            <a:extLst>
              <a:ext uri="{FF2B5EF4-FFF2-40B4-BE49-F238E27FC236}">
                <a16:creationId xmlns:a16="http://schemas.microsoft.com/office/drawing/2014/main" id="{3FFBFCA1-2DBD-4B62-BA0F-20F13B5DA2D6}"/>
              </a:ext>
            </a:extLst>
          </p:cNvPr>
          <p:cNvSpPr txBox="1">
            <a:spLocks noChangeArrowheads="1"/>
          </p:cNvSpPr>
          <p:nvPr/>
        </p:nvSpPr>
        <p:spPr bwMode="auto">
          <a:xfrm>
            <a:off x="1354137" y="1066800"/>
            <a:ext cx="58261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defTabSz="45720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defTabSz="4572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defTabSz="4572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defTabSz="4572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0"/>
              </a:spcBef>
              <a:buClrTx/>
              <a:buSzTx/>
              <a:buFontTx/>
              <a:buNone/>
            </a:pPr>
            <a:r>
              <a:rPr lang="en-US" altLang="en-US" sz="3200" b="1" dirty="0">
                <a:solidFill>
                  <a:srgbClr val="E4210C"/>
                </a:solidFill>
                <a:latin typeface="Times New Roman" panose="02020603050405020304" pitchFamily="18" charset="0"/>
              </a:rPr>
              <a:t>PHÁP LUẬT ĐẠI CƯƠNG</a:t>
            </a:r>
          </a:p>
        </p:txBody>
      </p:sp>
    </p:spTree>
    <p:extLst>
      <p:ext uri="{BB962C8B-B14F-4D97-AF65-F5344CB8AC3E}">
        <p14:creationId xmlns:p14="http://schemas.microsoft.com/office/powerpoint/2010/main" val="3432131892"/>
      </p:ext>
    </p:extLst>
  </p:cSld>
  <p:clrMapOvr>
    <a:masterClrMapping/>
  </p:clrMapOvr>
  <p:transition spd="slow">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C590BA-67C0-4A8B-B870-02BAF95D6220}"/>
              </a:ext>
            </a:extLst>
          </p:cNvPr>
          <p:cNvSpPr txBox="1"/>
          <p:nvPr/>
        </p:nvSpPr>
        <p:spPr>
          <a:xfrm>
            <a:off x="1447800" y="245329"/>
            <a:ext cx="6553200" cy="553998"/>
          </a:xfrm>
          <a:prstGeom prst="rect">
            <a:avLst/>
          </a:prstGeom>
          <a:noFill/>
        </p:spPr>
        <p:txBody>
          <a:bodyPr wrap="square" rtlCol="0">
            <a:spAutoFit/>
          </a:bodyPr>
          <a:lstStyle/>
          <a:p>
            <a:r>
              <a:rPr lang="en-US" sz="3000" b="1" dirty="0">
                <a:solidFill>
                  <a:srgbClr val="000099"/>
                </a:solidFill>
              </a:rPr>
              <a:t>VĂN BẢN QUY PHẠM PHÁP LUẬT</a:t>
            </a:r>
          </a:p>
        </p:txBody>
      </p:sp>
      <p:graphicFrame>
        <p:nvGraphicFramePr>
          <p:cNvPr id="6" name="Table 6">
            <a:extLst>
              <a:ext uri="{FF2B5EF4-FFF2-40B4-BE49-F238E27FC236}">
                <a16:creationId xmlns:a16="http://schemas.microsoft.com/office/drawing/2014/main" id="{417C08C5-23F3-48C3-8290-5087CBA3BE17}"/>
              </a:ext>
            </a:extLst>
          </p:cNvPr>
          <p:cNvGraphicFramePr>
            <a:graphicFrameLocks noGrp="1"/>
          </p:cNvGraphicFramePr>
          <p:nvPr>
            <p:extLst>
              <p:ext uri="{D42A27DB-BD31-4B8C-83A1-F6EECF244321}">
                <p14:modId xmlns:p14="http://schemas.microsoft.com/office/powerpoint/2010/main" val="854138164"/>
              </p:ext>
            </p:extLst>
          </p:nvPr>
        </p:nvGraphicFramePr>
        <p:xfrm>
          <a:off x="838200" y="1014987"/>
          <a:ext cx="7467600" cy="5694845"/>
        </p:xfrm>
        <a:graphic>
          <a:graphicData uri="http://schemas.openxmlformats.org/drawingml/2006/table">
            <a:tbl>
              <a:tblPr firstRow="1" bandRow="1">
                <a:tableStyleId>{BC89EF96-8CEA-46FF-86C4-4CE0E7609802}</a:tableStyleId>
              </a:tblPr>
              <a:tblGrid>
                <a:gridCol w="1306830">
                  <a:extLst>
                    <a:ext uri="{9D8B030D-6E8A-4147-A177-3AD203B41FA5}">
                      <a16:colId xmlns:a16="http://schemas.microsoft.com/office/drawing/2014/main" val="2906634527"/>
                    </a:ext>
                  </a:extLst>
                </a:gridCol>
                <a:gridCol w="6160770">
                  <a:extLst>
                    <a:ext uri="{9D8B030D-6E8A-4147-A177-3AD203B41FA5}">
                      <a16:colId xmlns:a16="http://schemas.microsoft.com/office/drawing/2014/main" val="3892765195"/>
                    </a:ext>
                  </a:extLst>
                </a:gridCol>
              </a:tblGrid>
              <a:tr h="740832">
                <a:tc>
                  <a:txBody>
                    <a:bodyPr/>
                    <a:lstStyle/>
                    <a:p>
                      <a:pPr algn="ctr"/>
                      <a:r>
                        <a:rPr lang="en-US" sz="2000" b="1" dirty="0"/>
                        <a:t>1</a:t>
                      </a:r>
                      <a:endParaRPr lang="en-US" sz="2000" b="1" dirty="0">
                        <a:latin typeface="+mn-lt"/>
                      </a:endParaRPr>
                    </a:p>
                  </a:txBody>
                  <a:tcPr anchor="ctr"/>
                </a:tc>
                <a:tc>
                  <a:txBody>
                    <a:bodyPr/>
                    <a:lstStyle/>
                    <a:p>
                      <a:pPr algn="ctr">
                        <a:lnSpc>
                          <a:spcPct val="100000"/>
                        </a:lnSpc>
                        <a:spcBef>
                          <a:spcPts val="330"/>
                        </a:spcBef>
                      </a:pPr>
                      <a:r>
                        <a:rPr lang="en-US" sz="2000" b="1" dirty="0" err="1">
                          <a:solidFill>
                            <a:srgbClr val="FF0000"/>
                          </a:solidFill>
                        </a:rPr>
                        <a:t>Hiến</a:t>
                      </a:r>
                      <a:r>
                        <a:rPr lang="en-US" sz="2000" b="1" spc="-35" dirty="0">
                          <a:solidFill>
                            <a:srgbClr val="FF0000"/>
                          </a:solidFill>
                        </a:rPr>
                        <a:t> </a:t>
                      </a:r>
                      <a:r>
                        <a:rPr lang="en-US" sz="2000" b="1" dirty="0" err="1">
                          <a:solidFill>
                            <a:srgbClr val="FF0000"/>
                          </a:solidFill>
                        </a:rPr>
                        <a:t>pháp</a:t>
                      </a:r>
                      <a:r>
                        <a:rPr lang="en-US" sz="2000" b="1" spc="-35" dirty="0">
                          <a:solidFill>
                            <a:srgbClr val="FF0000"/>
                          </a:solidFill>
                        </a:rPr>
                        <a:t> </a:t>
                      </a:r>
                      <a:r>
                        <a:rPr lang="en-US" sz="2000" b="1" spc="-20" dirty="0">
                          <a:solidFill>
                            <a:srgbClr val="FF0000"/>
                          </a:solidFill>
                        </a:rPr>
                        <a:t>2013</a:t>
                      </a:r>
                      <a:endParaRPr lang="en-US" sz="2000" dirty="0">
                        <a:latin typeface="+mn-lt"/>
                        <a:cs typeface="Microsoft Sans Serif"/>
                      </a:endParaRPr>
                    </a:p>
                  </a:txBody>
                  <a:tcPr anchor="ctr"/>
                </a:tc>
                <a:extLst>
                  <a:ext uri="{0D108BD9-81ED-4DB2-BD59-A6C34878D82A}">
                    <a16:rowId xmlns:a16="http://schemas.microsoft.com/office/drawing/2014/main" val="443175283"/>
                  </a:ext>
                </a:extLst>
              </a:tr>
              <a:tr h="732965">
                <a:tc>
                  <a:txBody>
                    <a:bodyPr/>
                    <a:lstStyle/>
                    <a:p>
                      <a:pPr algn="ctr"/>
                      <a:r>
                        <a:rPr lang="en-US" sz="2000" b="1" dirty="0"/>
                        <a:t>2</a:t>
                      </a:r>
                      <a:endParaRPr lang="en-US" sz="2000" b="1" dirty="0">
                        <a:latin typeface="+mn-lt"/>
                      </a:endParaRPr>
                    </a:p>
                  </a:txBody>
                  <a:tcPr anchor="ctr"/>
                </a:tc>
                <a:tc>
                  <a:txBody>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sz="2000" b="1" dirty="0" err="1"/>
                        <a:t>Luật</a:t>
                      </a:r>
                      <a:r>
                        <a:rPr lang="en-US" sz="2000" b="1" spc="-35" dirty="0"/>
                        <a:t> </a:t>
                      </a:r>
                      <a:r>
                        <a:rPr lang="en-US" sz="2000" b="1" dirty="0"/>
                        <a:t>Ban </a:t>
                      </a:r>
                      <a:r>
                        <a:rPr lang="en-US" sz="2000" b="1" dirty="0" err="1"/>
                        <a:t>hành</a:t>
                      </a:r>
                      <a:r>
                        <a:rPr lang="en-US" sz="2000" b="1" dirty="0"/>
                        <a:t> </a:t>
                      </a:r>
                      <a:r>
                        <a:rPr lang="en-US" sz="2000" b="1" dirty="0" err="1"/>
                        <a:t>văn</a:t>
                      </a:r>
                      <a:r>
                        <a:rPr lang="en-US" sz="2000" b="1" dirty="0"/>
                        <a:t> </a:t>
                      </a:r>
                      <a:r>
                        <a:rPr lang="en-US" sz="2000" b="1" dirty="0" err="1"/>
                        <a:t>bản</a:t>
                      </a:r>
                      <a:r>
                        <a:rPr lang="en-US" sz="2000" b="1" dirty="0"/>
                        <a:t> </a:t>
                      </a:r>
                      <a:r>
                        <a:rPr lang="en-US" sz="2000" b="1" dirty="0" err="1"/>
                        <a:t>quy</a:t>
                      </a:r>
                      <a:r>
                        <a:rPr lang="en-US" sz="2000" b="1" dirty="0"/>
                        <a:t> </a:t>
                      </a:r>
                      <a:r>
                        <a:rPr lang="en-US" sz="2000" b="1" dirty="0" err="1"/>
                        <a:t>phạm</a:t>
                      </a:r>
                      <a:r>
                        <a:rPr lang="en-US" sz="2000" b="1" dirty="0"/>
                        <a:t> </a:t>
                      </a:r>
                      <a:r>
                        <a:rPr lang="en-US" sz="2000" b="1" dirty="0" err="1"/>
                        <a:t>pháp</a:t>
                      </a:r>
                      <a:r>
                        <a:rPr lang="en-US" sz="2000" b="1" dirty="0"/>
                        <a:t> </a:t>
                      </a:r>
                      <a:r>
                        <a:rPr lang="en-US" sz="2000" b="1" dirty="0" err="1"/>
                        <a:t>luật</a:t>
                      </a:r>
                      <a:endParaRPr lang="en-US" sz="2000" dirty="0"/>
                    </a:p>
                    <a:p>
                      <a:pPr algn="ctr">
                        <a:spcBef>
                          <a:spcPts val="600"/>
                        </a:spcBef>
                        <a:spcAft>
                          <a:spcPts val="600"/>
                        </a:spcAft>
                      </a:pPr>
                      <a:r>
                        <a:rPr lang="en-US" sz="1800" dirty="0"/>
                        <a:t>22/6/2015 (</a:t>
                      </a:r>
                      <a:r>
                        <a:rPr lang="en-US" sz="1800" dirty="0" err="1"/>
                        <a:t>sửa</a:t>
                      </a:r>
                      <a:r>
                        <a:rPr lang="en-US" sz="1800" dirty="0"/>
                        <a:t> </a:t>
                      </a:r>
                      <a:r>
                        <a:rPr lang="en-US" sz="1800" dirty="0" err="1"/>
                        <a:t>đổi</a:t>
                      </a:r>
                      <a:r>
                        <a:rPr lang="en-US" sz="1800" dirty="0"/>
                        <a:t> 2020)</a:t>
                      </a:r>
                      <a:endParaRPr lang="en-US" sz="1800" dirty="0">
                        <a:latin typeface="+mn-lt"/>
                      </a:endParaRPr>
                    </a:p>
                  </a:txBody>
                  <a:tcPr anchor="ctr"/>
                </a:tc>
                <a:extLst>
                  <a:ext uri="{0D108BD9-81ED-4DB2-BD59-A6C34878D82A}">
                    <a16:rowId xmlns:a16="http://schemas.microsoft.com/office/drawing/2014/main" val="2427859577"/>
                  </a:ext>
                </a:extLst>
              </a:tr>
              <a:tr h="772800">
                <a:tc>
                  <a:txBody>
                    <a:bodyPr/>
                    <a:lstStyle/>
                    <a:p>
                      <a:pPr algn="ctr"/>
                      <a:r>
                        <a:rPr lang="en-US" sz="2000" b="1" dirty="0"/>
                        <a:t>3</a:t>
                      </a:r>
                      <a:endParaRPr lang="en-US" sz="2000" b="1" dirty="0">
                        <a:latin typeface="+mn-lt"/>
                      </a:endParaRPr>
                    </a:p>
                  </a:txBody>
                  <a:tcPr anchor="ctr"/>
                </a:tc>
                <a:tc>
                  <a:txBody>
                    <a:bodyPr/>
                    <a:lstStyle/>
                    <a:p>
                      <a:pPr marL="63500" indent="0" algn="ctr">
                        <a:lnSpc>
                          <a:spcPct val="100000"/>
                        </a:lnSpc>
                        <a:spcBef>
                          <a:spcPts val="600"/>
                        </a:spcBef>
                        <a:spcAft>
                          <a:spcPts val="600"/>
                        </a:spcAft>
                      </a:pPr>
                      <a:r>
                        <a:rPr lang="en-US" sz="2000" b="1" dirty="0" err="1"/>
                        <a:t>Luật</a:t>
                      </a:r>
                      <a:r>
                        <a:rPr lang="en-US" sz="2000" b="1" spc="-35" dirty="0"/>
                        <a:t> </a:t>
                      </a:r>
                      <a:r>
                        <a:rPr lang="en-US" sz="2000" b="1" dirty="0" err="1"/>
                        <a:t>Xử</a:t>
                      </a:r>
                      <a:r>
                        <a:rPr lang="en-US" sz="2000" b="1" spc="-10" dirty="0"/>
                        <a:t> </a:t>
                      </a:r>
                      <a:r>
                        <a:rPr lang="en-US" sz="2000" b="1" dirty="0" err="1"/>
                        <a:t>lý</a:t>
                      </a:r>
                      <a:r>
                        <a:rPr lang="en-US" sz="2000" b="1" spc="-15" dirty="0"/>
                        <a:t> </a:t>
                      </a:r>
                      <a:r>
                        <a:rPr lang="en-US" sz="2000" b="1" dirty="0"/>
                        <a:t>vi</a:t>
                      </a:r>
                      <a:r>
                        <a:rPr lang="en-US" sz="2000" b="1" spc="-15" dirty="0"/>
                        <a:t> </a:t>
                      </a:r>
                      <a:r>
                        <a:rPr lang="en-US" sz="2000" b="1" dirty="0" err="1"/>
                        <a:t>phạm</a:t>
                      </a:r>
                      <a:r>
                        <a:rPr lang="en-US" sz="2000" b="1" spc="-30" dirty="0"/>
                        <a:t> </a:t>
                      </a:r>
                      <a:r>
                        <a:rPr lang="en-US" sz="2000" b="1" dirty="0" err="1"/>
                        <a:t>hành</a:t>
                      </a:r>
                      <a:r>
                        <a:rPr lang="en-US" sz="2000" b="1" spc="-25" dirty="0"/>
                        <a:t> </a:t>
                      </a:r>
                      <a:r>
                        <a:rPr lang="en-US" sz="2000" b="1" spc="-10" dirty="0" err="1"/>
                        <a:t>chính</a:t>
                      </a:r>
                      <a:endParaRPr lang="en-US" sz="2000" spc="5" dirty="0">
                        <a:solidFill>
                          <a:srgbClr val="0C1117"/>
                        </a:solidFill>
                      </a:endParaRPr>
                    </a:p>
                    <a:p>
                      <a:pPr marL="112713" indent="0" algn="ctr">
                        <a:lnSpc>
                          <a:spcPct val="100000"/>
                        </a:lnSpc>
                        <a:spcBef>
                          <a:spcPts val="600"/>
                        </a:spcBef>
                        <a:spcAft>
                          <a:spcPts val="600"/>
                        </a:spcAft>
                      </a:pPr>
                      <a:r>
                        <a:rPr lang="en-US" sz="1800" spc="85" dirty="0">
                          <a:solidFill>
                            <a:srgbClr val="0C1117"/>
                          </a:solidFill>
                        </a:rPr>
                        <a:t>(</a:t>
                      </a:r>
                      <a:r>
                        <a:rPr lang="en-US" sz="1800" spc="85" dirty="0" err="1">
                          <a:solidFill>
                            <a:srgbClr val="0C1117"/>
                          </a:solidFill>
                        </a:rPr>
                        <a:t>sửa</a:t>
                      </a:r>
                      <a:r>
                        <a:rPr lang="en-US" sz="1800" spc="-10" dirty="0">
                          <a:solidFill>
                            <a:srgbClr val="0C1117"/>
                          </a:solidFill>
                        </a:rPr>
                        <a:t> </a:t>
                      </a:r>
                      <a:r>
                        <a:rPr lang="en-US" sz="1800" dirty="0" err="1">
                          <a:solidFill>
                            <a:srgbClr val="0C1117"/>
                          </a:solidFill>
                        </a:rPr>
                        <a:t>đổi</a:t>
                      </a:r>
                      <a:r>
                        <a:rPr lang="en-US" sz="1800" spc="20" dirty="0">
                          <a:solidFill>
                            <a:srgbClr val="0C1117"/>
                          </a:solidFill>
                        </a:rPr>
                        <a:t> </a:t>
                      </a:r>
                      <a:r>
                        <a:rPr lang="en-US" sz="1800" dirty="0">
                          <a:solidFill>
                            <a:srgbClr val="0C1117"/>
                          </a:solidFill>
                        </a:rPr>
                        <a:t>2014, 2017,</a:t>
                      </a:r>
                      <a:r>
                        <a:rPr lang="en-US" sz="1800" spc="25" dirty="0">
                          <a:solidFill>
                            <a:srgbClr val="0C1117"/>
                          </a:solidFill>
                        </a:rPr>
                        <a:t> </a:t>
                      </a:r>
                      <a:r>
                        <a:rPr lang="en-US" sz="1800" spc="-10" dirty="0">
                          <a:solidFill>
                            <a:srgbClr val="0C1117"/>
                          </a:solidFill>
                        </a:rPr>
                        <a:t>2020)</a:t>
                      </a:r>
                      <a:endParaRPr lang="en-US" sz="1800" dirty="0">
                        <a:latin typeface="+mn-lt"/>
                        <a:cs typeface="Microsoft Sans Serif"/>
                      </a:endParaRPr>
                    </a:p>
                  </a:txBody>
                  <a:tcPr anchor="ctr"/>
                </a:tc>
                <a:extLst>
                  <a:ext uri="{0D108BD9-81ED-4DB2-BD59-A6C34878D82A}">
                    <a16:rowId xmlns:a16="http://schemas.microsoft.com/office/drawing/2014/main" val="3149113228"/>
                  </a:ext>
                </a:extLst>
              </a:tr>
              <a:tr h="852470">
                <a:tc>
                  <a:txBody>
                    <a:bodyPr/>
                    <a:lstStyle/>
                    <a:p>
                      <a:pPr algn="ctr"/>
                      <a:r>
                        <a:rPr lang="en-US" sz="2000" b="1" dirty="0"/>
                        <a:t>4</a:t>
                      </a:r>
                      <a:endParaRPr lang="en-US" sz="2000" b="1" dirty="0">
                        <a:latin typeface="+mn-lt"/>
                      </a:endParaRPr>
                    </a:p>
                  </a:txBody>
                  <a:tcPr anchor="ctr"/>
                </a:tc>
                <a:tc>
                  <a:txBody>
                    <a:bodyPr/>
                    <a:lstStyle/>
                    <a:p>
                      <a:pPr algn="ctr">
                        <a:lnSpc>
                          <a:spcPct val="100000"/>
                        </a:lnSpc>
                        <a:spcBef>
                          <a:spcPts val="330"/>
                        </a:spcBef>
                      </a:pPr>
                      <a:r>
                        <a:rPr lang="en-US" sz="2000" b="1" dirty="0" err="1"/>
                        <a:t>Bộ</a:t>
                      </a:r>
                      <a:r>
                        <a:rPr lang="en-US" sz="2000" b="1" spc="-30" dirty="0"/>
                        <a:t> </a:t>
                      </a:r>
                      <a:r>
                        <a:rPr lang="en-US" sz="2000" b="1" dirty="0" err="1"/>
                        <a:t>luật</a:t>
                      </a:r>
                      <a:r>
                        <a:rPr lang="en-US" sz="2000" b="1" spc="-20" dirty="0"/>
                        <a:t> </a:t>
                      </a:r>
                      <a:r>
                        <a:rPr lang="en-US" sz="2000" b="1" dirty="0" err="1"/>
                        <a:t>Dân</a:t>
                      </a:r>
                      <a:r>
                        <a:rPr lang="en-US" sz="2000" b="1" spc="-30" dirty="0"/>
                        <a:t> </a:t>
                      </a:r>
                      <a:r>
                        <a:rPr lang="en-US" sz="2000" b="1" spc="-25" dirty="0" err="1"/>
                        <a:t>sự</a:t>
                      </a:r>
                      <a:endParaRPr lang="en-US" sz="2000" dirty="0"/>
                    </a:p>
                    <a:p>
                      <a:pPr marL="635" algn="ctr">
                        <a:lnSpc>
                          <a:spcPct val="100000"/>
                        </a:lnSpc>
                        <a:spcBef>
                          <a:spcPts val="925"/>
                        </a:spcBef>
                      </a:pPr>
                      <a:r>
                        <a:rPr lang="en-US" sz="1800" dirty="0">
                          <a:solidFill>
                            <a:srgbClr val="0C1117"/>
                          </a:solidFill>
                        </a:rPr>
                        <a:t>24/11/2015 (</a:t>
                      </a:r>
                      <a:r>
                        <a:rPr lang="en-US" sz="1800" dirty="0" err="1">
                          <a:solidFill>
                            <a:srgbClr val="0C1117"/>
                          </a:solidFill>
                        </a:rPr>
                        <a:t>Hiệu</a:t>
                      </a:r>
                      <a:r>
                        <a:rPr lang="en-US" sz="1800" spc="10" dirty="0">
                          <a:solidFill>
                            <a:srgbClr val="0C1117"/>
                          </a:solidFill>
                        </a:rPr>
                        <a:t> </a:t>
                      </a:r>
                      <a:r>
                        <a:rPr lang="en-US" sz="1800" spc="105" dirty="0" err="1">
                          <a:solidFill>
                            <a:srgbClr val="0C1117"/>
                          </a:solidFill>
                        </a:rPr>
                        <a:t>lực</a:t>
                      </a:r>
                      <a:r>
                        <a:rPr lang="en-US" sz="1800" dirty="0">
                          <a:solidFill>
                            <a:srgbClr val="0C1117"/>
                          </a:solidFill>
                        </a:rPr>
                        <a:t> </a:t>
                      </a:r>
                      <a:r>
                        <a:rPr lang="en-US" sz="1800" spc="-10" dirty="0">
                          <a:solidFill>
                            <a:srgbClr val="0C1117"/>
                          </a:solidFill>
                        </a:rPr>
                        <a:t>1/1/2017</a:t>
                      </a:r>
                      <a:r>
                        <a:rPr lang="en-US" sz="2000" spc="-10" dirty="0">
                          <a:solidFill>
                            <a:srgbClr val="0C1117"/>
                          </a:solidFill>
                        </a:rPr>
                        <a:t>)</a:t>
                      </a:r>
                      <a:endParaRPr lang="en-US" sz="2000" dirty="0">
                        <a:latin typeface="+mn-lt"/>
                        <a:cs typeface="Microsoft Sans Serif"/>
                      </a:endParaRPr>
                    </a:p>
                  </a:txBody>
                  <a:tcPr anchor="ctr"/>
                </a:tc>
                <a:extLst>
                  <a:ext uri="{0D108BD9-81ED-4DB2-BD59-A6C34878D82A}">
                    <a16:rowId xmlns:a16="http://schemas.microsoft.com/office/drawing/2014/main" val="2077820098"/>
                  </a:ext>
                </a:extLst>
              </a:tr>
              <a:tr h="812635">
                <a:tc>
                  <a:txBody>
                    <a:bodyPr/>
                    <a:lstStyle/>
                    <a:p>
                      <a:pPr algn="ctr"/>
                      <a:r>
                        <a:rPr lang="en-US" sz="2000" b="1" dirty="0"/>
                        <a:t>5</a:t>
                      </a:r>
                      <a:endParaRPr lang="en-US" sz="2000" b="1" dirty="0">
                        <a:latin typeface="+mn-lt"/>
                      </a:endParaRPr>
                    </a:p>
                  </a:txBody>
                  <a:tcPr anchor="ctr"/>
                </a:tc>
                <a:tc>
                  <a:txBody>
                    <a:bodyPr/>
                    <a:lstStyle/>
                    <a:p>
                      <a:pPr algn="ctr">
                        <a:lnSpc>
                          <a:spcPct val="100000"/>
                        </a:lnSpc>
                        <a:spcBef>
                          <a:spcPts val="275"/>
                        </a:spcBef>
                      </a:pPr>
                      <a:r>
                        <a:rPr lang="en-US" sz="2000" b="1" dirty="0" err="1">
                          <a:solidFill>
                            <a:srgbClr val="0C1117"/>
                          </a:solidFill>
                        </a:rPr>
                        <a:t>Luật</a:t>
                      </a:r>
                      <a:r>
                        <a:rPr lang="en-US" sz="2000" b="1" spc="-35" dirty="0">
                          <a:solidFill>
                            <a:srgbClr val="0C1117"/>
                          </a:solidFill>
                        </a:rPr>
                        <a:t> </a:t>
                      </a:r>
                      <a:r>
                        <a:rPr lang="en-US" sz="2000" b="1" dirty="0" err="1">
                          <a:solidFill>
                            <a:srgbClr val="0C1117"/>
                          </a:solidFill>
                        </a:rPr>
                        <a:t>Hôn</a:t>
                      </a:r>
                      <a:r>
                        <a:rPr lang="en-US" sz="2000" b="1" spc="-15" dirty="0">
                          <a:solidFill>
                            <a:srgbClr val="0C1117"/>
                          </a:solidFill>
                        </a:rPr>
                        <a:t> </a:t>
                      </a:r>
                      <a:r>
                        <a:rPr lang="en-US" sz="2000" b="1" dirty="0" err="1">
                          <a:solidFill>
                            <a:srgbClr val="0C1117"/>
                          </a:solidFill>
                        </a:rPr>
                        <a:t>nhân</a:t>
                      </a:r>
                      <a:r>
                        <a:rPr lang="en-US" sz="2000" b="1" spc="-40" dirty="0">
                          <a:solidFill>
                            <a:srgbClr val="0C1117"/>
                          </a:solidFill>
                        </a:rPr>
                        <a:t> </a:t>
                      </a:r>
                      <a:r>
                        <a:rPr lang="en-US" sz="2000" b="1" dirty="0" err="1">
                          <a:solidFill>
                            <a:srgbClr val="0C1117"/>
                          </a:solidFill>
                        </a:rPr>
                        <a:t>và</a:t>
                      </a:r>
                      <a:r>
                        <a:rPr lang="en-US" sz="2000" b="1" spc="-10" dirty="0">
                          <a:solidFill>
                            <a:srgbClr val="0C1117"/>
                          </a:solidFill>
                        </a:rPr>
                        <a:t> </a:t>
                      </a:r>
                      <a:r>
                        <a:rPr lang="en-US" sz="2000" b="1" dirty="0">
                          <a:solidFill>
                            <a:srgbClr val="0C1117"/>
                          </a:solidFill>
                        </a:rPr>
                        <a:t>Gia</a:t>
                      </a:r>
                      <a:r>
                        <a:rPr lang="en-US" sz="2000" b="1" spc="-20" dirty="0">
                          <a:solidFill>
                            <a:srgbClr val="0C1117"/>
                          </a:solidFill>
                        </a:rPr>
                        <a:t> </a:t>
                      </a:r>
                      <a:r>
                        <a:rPr lang="en-US" sz="2000" b="1" spc="-20" dirty="0" err="1">
                          <a:solidFill>
                            <a:srgbClr val="0C1117"/>
                          </a:solidFill>
                        </a:rPr>
                        <a:t>đình</a:t>
                      </a:r>
                      <a:endParaRPr lang="en-US" sz="2000" dirty="0"/>
                    </a:p>
                    <a:p>
                      <a:pPr algn="ctr">
                        <a:lnSpc>
                          <a:spcPct val="100000"/>
                        </a:lnSpc>
                        <a:spcBef>
                          <a:spcPts val="600"/>
                        </a:spcBef>
                      </a:pPr>
                      <a:r>
                        <a:rPr lang="en-US" sz="1800" dirty="0">
                          <a:solidFill>
                            <a:srgbClr val="0C1117"/>
                          </a:solidFill>
                        </a:rPr>
                        <a:t>19/6/2014</a:t>
                      </a:r>
                      <a:r>
                        <a:rPr lang="en-US" sz="1800" spc="-5" dirty="0">
                          <a:solidFill>
                            <a:srgbClr val="0C1117"/>
                          </a:solidFill>
                        </a:rPr>
                        <a:t> </a:t>
                      </a:r>
                      <a:r>
                        <a:rPr lang="en-US" sz="1800" dirty="0">
                          <a:solidFill>
                            <a:srgbClr val="0C1117"/>
                          </a:solidFill>
                        </a:rPr>
                        <a:t>(</a:t>
                      </a:r>
                      <a:r>
                        <a:rPr lang="en-US" sz="1800" dirty="0" err="1">
                          <a:solidFill>
                            <a:srgbClr val="0C1117"/>
                          </a:solidFill>
                        </a:rPr>
                        <a:t>Hiệu</a:t>
                      </a:r>
                      <a:r>
                        <a:rPr lang="en-US" sz="1800" spc="5" dirty="0">
                          <a:solidFill>
                            <a:srgbClr val="0C1117"/>
                          </a:solidFill>
                        </a:rPr>
                        <a:t> </a:t>
                      </a:r>
                      <a:r>
                        <a:rPr lang="en-US" sz="1800" spc="105" dirty="0" err="1">
                          <a:solidFill>
                            <a:srgbClr val="0C1117"/>
                          </a:solidFill>
                        </a:rPr>
                        <a:t>lực</a:t>
                      </a:r>
                      <a:r>
                        <a:rPr lang="en-US" sz="1800" spc="10" dirty="0">
                          <a:solidFill>
                            <a:srgbClr val="0C1117"/>
                          </a:solidFill>
                        </a:rPr>
                        <a:t> </a:t>
                      </a:r>
                      <a:r>
                        <a:rPr lang="en-US" sz="1800" spc="-10" dirty="0">
                          <a:solidFill>
                            <a:srgbClr val="0C1117"/>
                          </a:solidFill>
                        </a:rPr>
                        <a:t>1/1/2015)</a:t>
                      </a:r>
                      <a:endParaRPr lang="en-US" sz="1800" dirty="0">
                        <a:latin typeface="+mn-lt"/>
                        <a:cs typeface="Microsoft Sans Serif"/>
                      </a:endParaRPr>
                    </a:p>
                  </a:txBody>
                  <a:tcPr anchor="ctr"/>
                </a:tc>
                <a:extLst>
                  <a:ext uri="{0D108BD9-81ED-4DB2-BD59-A6C34878D82A}">
                    <a16:rowId xmlns:a16="http://schemas.microsoft.com/office/drawing/2014/main" val="3008214687"/>
                  </a:ext>
                </a:extLst>
              </a:tr>
              <a:tr h="865748">
                <a:tc>
                  <a:txBody>
                    <a:bodyPr/>
                    <a:lstStyle/>
                    <a:p>
                      <a:pPr algn="ctr"/>
                      <a:r>
                        <a:rPr lang="en-US" sz="2000" b="1" dirty="0"/>
                        <a:t>6</a:t>
                      </a:r>
                      <a:endParaRPr lang="en-US" sz="2000" b="1" dirty="0">
                        <a:latin typeface="+mn-lt"/>
                      </a:endParaRPr>
                    </a:p>
                  </a:txBody>
                  <a:tcPr anchor="ctr"/>
                </a:tc>
                <a:tc>
                  <a:txBody>
                    <a:bodyPr/>
                    <a:lstStyle/>
                    <a:p>
                      <a:pPr marL="1270" algn="ctr">
                        <a:lnSpc>
                          <a:spcPct val="100000"/>
                        </a:lnSpc>
                        <a:spcBef>
                          <a:spcPts val="340"/>
                        </a:spcBef>
                      </a:pPr>
                      <a:r>
                        <a:rPr lang="en-US" sz="2000" b="1" dirty="0" err="1"/>
                        <a:t>Bộ</a:t>
                      </a:r>
                      <a:r>
                        <a:rPr lang="en-US" sz="2000" b="1" spc="-30" dirty="0"/>
                        <a:t> </a:t>
                      </a:r>
                      <a:r>
                        <a:rPr lang="en-US" sz="2000" b="1" dirty="0" err="1"/>
                        <a:t>luật</a:t>
                      </a:r>
                      <a:r>
                        <a:rPr lang="en-US" sz="2000" b="1" spc="-20" dirty="0"/>
                        <a:t> </a:t>
                      </a:r>
                      <a:r>
                        <a:rPr lang="en-US" sz="2000" b="1" dirty="0"/>
                        <a:t>Lao</a:t>
                      </a:r>
                      <a:r>
                        <a:rPr lang="en-US" sz="2000" b="1" spc="-30" dirty="0"/>
                        <a:t> </a:t>
                      </a:r>
                      <a:r>
                        <a:rPr lang="en-US" sz="2000" b="1" spc="-20" dirty="0" err="1"/>
                        <a:t>động</a:t>
                      </a:r>
                      <a:endParaRPr lang="en-US" sz="2000" dirty="0"/>
                    </a:p>
                    <a:p>
                      <a:pPr marL="635" algn="ctr">
                        <a:lnSpc>
                          <a:spcPct val="100000"/>
                        </a:lnSpc>
                        <a:spcBef>
                          <a:spcPts val="980"/>
                        </a:spcBef>
                      </a:pPr>
                      <a:r>
                        <a:rPr lang="en-US" sz="1800" dirty="0"/>
                        <a:t>20/11/2019 (</a:t>
                      </a:r>
                      <a:r>
                        <a:rPr lang="en-US" sz="1800" dirty="0" err="1"/>
                        <a:t>Hiệu</a:t>
                      </a:r>
                      <a:r>
                        <a:rPr lang="en-US" sz="1800" spc="10" dirty="0"/>
                        <a:t> </a:t>
                      </a:r>
                      <a:r>
                        <a:rPr lang="en-US" sz="1800" spc="105" dirty="0" err="1"/>
                        <a:t>lực</a:t>
                      </a:r>
                      <a:r>
                        <a:rPr lang="en-US" sz="1800" dirty="0"/>
                        <a:t> </a:t>
                      </a:r>
                      <a:r>
                        <a:rPr lang="en-US" sz="1800" spc="-10" dirty="0"/>
                        <a:t>1/1/2021)</a:t>
                      </a:r>
                      <a:endParaRPr lang="en-US" sz="1800" dirty="0">
                        <a:latin typeface="+mn-lt"/>
                        <a:cs typeface="Microsoft Sans Serif"/>
                      </a:endParaRPr>
                    </a:p>
                  </a:txBody>
                  <a:tcPr anchor="ctr"/>
                </a:tc>
                <a:extLst>
                  <a:ext uri="{0D108BD9-81ED-4DB2-BD59-A6C34878D82A}">
                    <a16:rowId xmlns:a16="http://schemas.microsoft.com/office/drawing/2014/main" val="2793982683"/>
                  </a:ext>
                </a:extLst>
              </a:tr>
              <a:tr h="649227">
                <a:tc>
                  <a:txBody>
                    <a:bodyPr/>
                    <a:lstStyle/>
                    <a:p>
                      <a:pPr algn="ctr"/>
                      <a:r>
                        <a:rPr lang="en-US" sz="2000" b="1" dirty="0"/>
                        <a:t>7</a:t>
                      </a:r>
                      <a:endParaRPr lang="en-US" sz="2000" b="1" dirty="0">
                        <a:latin typeface="+mn-lt"/>
                      </a:endParaRPr>
                    </a:p>
                  </a:txBody>
                  <a:tcPr anchor="ctr"/>
                </a:tc>
                <a:tc>
                  <a:txBody>
                    <a:bodyPr/>
                    <a:lstStyle/>
                    <a:p>
                      <a:pPr algn="ctr">
                        <a:lnSpc>
                          <a:spcPct val="100000"/>
                        </a:lnSpc>
                        <a:spcBef>
                          <a:spcPts val="600"/>
                        </a:spcBef>
                      </a:pPr>
                      <a:r>
                        <a:rPr lang="en-US" sz="2000" b="1" dirty="0" err="1"/>
                        <a:t>Luật</a:t>
                      </a:r>
                      <a:r>
                        <a:rPr lang="en-US" sz="2000" b="1" dirty="0"/>
                        <a:t> </a:t>
                      </a:r>
                      <a:r>
                        <a:rPr lang="en-US" sz="2000" b="1" dirty="0" err="1"/>
                        <a:t>Sở</a:t>
                      </a:r>
                      <a:r>
                        <a:rPr lang="en-US" sz="2000" b="1" dirty="0"/>
                        <a:t> </a:t>
                      </a:r>
                      <a:r>
                        <a:rPr lang="en-US" sz="2000" b="1" dirty="0" err="1"/>
                        <a:t>hữu</a:t>
                      </a:r>
                      <a:r>
                        <a:rPr lang="en-US" sz="2000" b="1" dirty="0"/>
                        <a:t> </a:t>
                      </a:r>
                      <a:r>
                        <a:rPr lang="en-US" sz="2000" b="1" dirty="0" err="1"/>
                        <a:t>trí</a:t>
                      </a:r>
                      <a:r>
                        <a:rPr lang="en-US" sz="2000" b="1" dirty="0"/>
                        <a:t> </a:t>
                      </a:r>
                      <a:r>
                        <a:rPr lang="en-US" sz="2000" b="1" dirty="0" err="1"/>
                        <a:t>tuệ</a:t>
                      </a:r>
                      <a:r>
                        <a:rPr lang="en-US" sz="2000" b="1" dirty="0"/>
                        <a:t> 2005</a:t>
                      </a:r>
                    </a:p>
                    <a:p>
                      <a:pPr algn="ctr">
                        <a:lnSpc>
                          <a:spcPct val="100000"/>
                        </a:lnSpc>
                        <a:spcBef>
                          <a:spcPts val="600"/>
                        </a:spcBef>
                      </a:pPr>
                      <a:r>
                        <a:rPr lang="en-US" sz="2000" dirty="0"/>
                        <a:t>(</a:t>
                      </a:r>
                      <a:r>
                        <a:rPr lang="en-US" sz="1800" dirty="0" err="1"/>
                        <a:t>sửa</a:t>
                      </a:r>
                      <a:r>
                        <a:rPr lang="en-US" sz="1800" dirty="0"/>
                        <a:t> </a:t>
                      </a:r>
                      <a:r>
                        <a:rPr lang="en-US" sz="1800" dirty="0" err="1"/>
                        <a:t>đổi</a:t>
                      </a:r>
                      <a:r>
                        <a:rPr lang="en-US" sz="1800" dirty="0"/>
                        <a:t> 2019, 2022)</a:t>
                      </a:r>
                      <a:endParaRPr lang="en-US" sz="1800" dirty="0">
                        <a:latin typeface="+mn-lt"/>
                        <a:cs typeface="Microsoft Sans Serif"/>
                      </a:endParaRPr>
                    </a:p>
                  </a:txBody>
                  <a:tcPr anchor="ctr"/>
                </a:tc>
                <a:extLst>
                  <a:ext uri="{0D108BD9-81ED-4DB2-BD59-A6C34878D82A}">
                    <a16:rowId xmlns:a16="http://schemas.microsoft.com/office/drawing/2014/main" val="2353169651"/>
                  </a:ext>
                </a:extLst>
              </a:tr>
            </a:tbl>
          </a:graphicData>
        </a:graphic>
      </p:graphicFrame>
    </p:spTree>
    <p:extLst>
      <p:ext uri="{BB962C8B-B14F-4D97-AF65-F5344CB8AC3E}">
        <p14:creationId xmlns:p14="http://schemas.microsoft.com/office/powerpoint/2010/main" val="2032648958"/>
      </p:ext>
    </p:extLst>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086190-D739-4E68-B46F-5F0AE7B61930}"/>
              </a:ext>
            </a:extLst>
          </p:cNvPr>
          <p:cNvSpPr txBox="1"/>
          <p:nvPr/>
        </p:nvSpPr>
        <p:spPr>
          <a:xfrm>
            <a:off x="1447800" y="304800"/>
            <a:ext cx="6553200" cy="553998"/>
          </a:xfrm>
          <a:prstGeom prst="rect">
            <a:avLst/>
          </a:prstGeom>
          <a:noFill/>
        </p:spPr>
        <p:txBody>
          <a:bodyPr wrap="square" rtlCol="0">
            <a:spAutoFit/>
          </a:bodyPr>
          <a:lstStyle/>
          <a:p>
            <a:r>
              <a:rPr lang="en-US" sz="3000" b="1" dirty="0">
                <a:solidFill>
                  <a:srgbClr val="000099"/>
                </a:solidFill>
              </a:rPr>
              <a:t>WEBSITE THAM KHẢO VBQPPL</a:t>
            </a:r>
          </a:p>
        </p:txBody>
      </p:sp>
      <p:sp>
        <p:nvSpPr>
          <p:cNvPr id="5" name="object 9">
            <a:extLst>
              <a:ext uri="{FF2B5EF4-FFF2-40B4-BE49-F238E27FC236}">
                <a16:creationId xmlns:a16="http://schemas.microsoft.com/office/drawing/2014/main" id="{E5872A87-3B69-4F22-96E7-869FFE933FCB}"/>
              </a:ext>
            </a:extLst>
          </p:cNvPr>
          <p:cNvSpPr txBox="1"/>
          <p:nvPr/>
        </p:nvSpPr>
        <p:spPr>
          <a:xfrm>
            <a:off x="566737" y="1143000"/>
            <a:ext cx="8010525" cy="4784002"/>
          </a:xfrm>
          <a:prstGeom prst="rect">
            <a:avLst/>
          </a:prstGeom>
        </p:spPr>
        <p:txBody>
          <a:bodyPr vert="horz" wrap="square" lIns="0" tIns="89535" rIns="0" bIns="0" rtlCol="0">
            <a:spAutoFit/>
          </a:bodyPr>
          <a:lstStyle/>
          <a:p>
            <a:pPr marL="469900" indent="-457200">
              <a:lnSpc>
                <a:spcPct val="100000"/>
              </a:lnSpc>
              <a:spcBef>
                <a:spcPts val="705"/>
              </a:spcBef>
              <a:buFont typeface="Arial" panose="020B0604020202020204" pitchFamily="34" charset="0"/>
              <a:buChar char="•"/>
              <a:tabLst>
                <a:tab pos="349885" algn="l"/>
              </a:tabLst>
            </a:pPr>
            <a:r>
              <a:rPr sz="3000" b="1" dirty="0">
                <a:latin typeface="Arial"/>
                <a:cs typeface="Arial"/>
                <a:hlinkClick r:id="rId2"/>
              </a:rPr>
              <a:t>http://www.na.gov.vn</a:t>
            </a:r>
            <a:r>
              <a:rPr sz="3000" b="1" spc="-110" dirty="0">
                <a:latin typeface="Arial"/>
                <a:cs typeface="Arial"/>
              </a:rPr>
              <a:t> </a:t>
            </a:r>
            <a:r>
              <a:rPr sz="3000" dirty="0">
                <a:latin typeface="Microsoft Sans Serif"/>
                <a:cs typeface="Microsoft Sans Serif"/>
              </a:rPr>
              <a:t>(Quốc</a:t>
            </a:r>
            <a:r>
              <a:rPr sz="3000" spc="-85" dirty="0">
                <a:latin typeface="Microsoft Sans Serif"/>
                <a:cs typeface="Microsoft Sans Serif"/>
              </a:rPr>
              <a:t> </a:t>
            </a:r>
            <a:r>
              <a:rPr sz="3000" spc="-20" dirty="0" err="1">
                <a:latin typeface="Microsoft Sans Serif"/>
                <a:cs typeface="Microsoft Sans Serif"/>
              </a:rPr>
              <a:t>hội</a:t>
            </a:r>
            <a:r>
              <a:rPr sz="3000" spc="-20" dirty="0">
                <a:latin typeface="Microsoft Sans Serif"/>
                <a:cs typeface="Microsoft Sans Serif"/>
              </a:rPr>
              <a:t>)</a:t>
            </a:r>
            <a:endParaRPr lang="en-US" sz="3000" spc="-20" dirty="0">
              <a:latin typeface="Microsoft Sans Serif"/>
              <a:cs typeface="Microsoft Sans Serif"/>
            </a:endParaRPr>
          </a:p>
          <a:p>
            <a:pPr marL="469900" indent="-457200">
              <a:lnSpc>
                <a:spcPct val="100000"/>
              </a:lnSpc>
              <a:spcBef>
                <a:spcPts val="705"/>
              </a:spcBef>
              <a:buFont typeface="Arial" panose="020B0604020202020204" pitchFamily="34" charset="0"/>
              <a:buChar char="•"/>
              <a:tabLst>
                <a:tab pos="349885" algn="l"/>
              </a:tabLst>
            </a:pPr>
            <a:r>
              <a:rPr sz="3000" b="1" dirty="0">
                <a:latin typeface="Arial"/>
                <a:cs typeface="Arial"/>
                <a:hlinkClick r:id="rId3"/>
              </a:rPr>
              <a:t>http://www.gov.vn</a:t>
            </a:r>
            <a:r>
              <a:rPr sz="3000" b="1" dirty="0">
                <a:latin typeface="Arial"/>
                <a:cs typeface="Arial"/>
              </a:rPr>
              <a:t> </a:t>
            </a:r>
            <a:r>
              <a:rPr sz="3000" dirty="0">
                <a:latin typeface="Microsoft Sans Serif"/>
                <a:cs typeface="Microsoft Sans Serif"/>
              </a:rPr>
              <a:t>(Chính</a:t>
            </a:r>
            <a:r>
              <a:rPr sz="3000" spc="-10" dirty="0">
                <a:latin typeface="Microsoft Sans Serif"/>
                <a:cs typeface="Microsoft Sans Serif"/>
              </a:rPr>
              <a:t> </a:t>
            </a:r>
            <a:r>
              <a:rPr sz="3000" spc="-20" dirty="0" err="1">
                <a:latin typeface="Microsoft Sans Serif"/>
                <a:cs typeface="Microsoft Sans Serif"/>
              </a:rPr>
              <a:t>phủ</a:t>
            </a:r>
            <a:r>
              <a:rPr sz="3000" spc="-20" dirty="0">
                <a:latin typeface="Microsoft Sans Serif"/>
                <a:cs typeface="Microsoft Sans Serif"/>
              </a:rPr>
              <a:t>)</a:t>
            </a:r>
            <a:endParaRPr lang="en-US" sz="3000" dirty="0">
              <a:latin typeface="Microsoft Sans Serif"/>
              <a:cs typeface="Microsoft Sans Serif"/>
            </a:endParaRPr>
          </a:p>
          <a:p>
            <a:pPr marL="469900" indent="-457200">
              <a:lnSpc>
                <a:spcPct val="100000"/>
              </a:lnSpc>
              <a:spcBef>
                <a:spcPts val="705"/>
              </a:spcBef>
              <a:buFont typeface="Arial" panose="020B0604020202020204" pitchFamily="34" charset="0"/>
              <a:buChar char="•"/>
              <a:tabLst>
                <a:tab pos="349885" algn="l"/>
              </a:tabLst>
            </a:pPr>
            <a:r>
              <a:rPr sz="3000" b="1" spc="-10" dirty="0">
                <a:latin typeface="Arial"/>
                <a:cs typeface="Arial"/>
                <a:hlinkClick r:id="rId4"/>
              </a:rPr>
              <a:t>http://www.mpi.gov.vn</a:t>
            </a:r>
            <a:r>
              <a:rPr sz="3000" b="1" spc="10" dirty="0">
                <a:latin typeface="Arial"/>
                <a:cs typeface="Arial"/>
              </a:rPr>
              <a:t> </a:t>
            </a:r>
            <a:r>
              <a:rPr sz="3000" dirty="0">
                <a:latin typeface="Microsoft Sans Serif"/>
                <a:cs typeface="Microsoft Sans Serif"/>
              </a:rPr>
              <a:t>(Bộ</a:t>
            </a:r>
            <a:r>
              <a:rPr sz="3000" spc="10" dirty="0">
                <a:latin typeface="Microsoft Sans Serif"/>
                <a:cs typeface="Microsoft Sans Serif"/>
              </a:rPr>
              <a:t> </a:t>
            </a:r>
            <a:r>
              <a:rPr sz="3000" dirty="0">
                <a:latin typeface="Microsoft Sans Serif"/>
                <a:cs typeface="Microsoft Sans Serif"/>
              </a:rPr>
              <a:t>Kế</a:t>
            </a:r>
            <a:r>
              <a:rPr sz="3000" spc="5" dirty="0">
                <a:latin typeface="Microsoft Sans Serif"/>
                <a:cs typeface="Microsoft Sans Serif"/>
              </a:rPr>
              <a:t> </a:t>
            </a:r>
            <a:r>
              <a:rPr sz="3000" dirty="0">
                <a:latin typeface="Microsoft Sans Serif"/>
                <a:cs typeface="Microsoft Sans Serif"/>
              </a:rPr>
              <a:t>hoạch</a:t>
            </a:r>
            <a:r>
              <a:rPr sz="3000" spc="-5" dirty="0">
                <a:latin typeface="Microsoft Sans Serif"/>
                <a:cs typeface="Microsoft Sans Serif"/>
              </a:rPr>
              <a:t> </a:t>
            </a:r>
            <a:r>
              <a:rPr sz="3000" dirty="0">
                <a:latin typeface="Microsoft Sans Serif"/>
                <a:cs typeface="Microsoft Sans Serif"/>
              </a:rPr>
              <a:t>&amp; </a:t>
            </a:r>
            <a:r>
              <a:rPr sz="3000" spc="-25" dirty="0" err="1">
                <a:latin typeface="Microsoft Sans Serif"/>
                <a:cs typeface="Microsoft Sans Serif"/>
              </a:rPr>
              <a:t>Đầu</a:t>
            </a:r>
            <a:r>
              <a:rPr sz="3000" spc="-25" dirty="0">
                <a:latin typeface="Microsoft Sans Serif"/>
                <a:cs typeface="Microsoft Sans Serif"/>
              </a:rPr>
              <a:t> </a:t>
            </a:r>
            <a:r>
              <a:rPr sz="3000" spc="75" dirty="0" err="1">
                <a:latin typeface="Microsoft Sans Serif"/>
                <a:cs typeface="Microsoft Sans Serif"/>
              </a:rPr>
              <a:t>tư</a:t>
            </a:r>
            <a:r>
              <a:rPr sz="3000" spc="75" dirty="0">
                <a:latin typeface="Microsoft Sans Serif"/>
                <a:cs typeface="Microsoft Sans Serif"/>
              </a:rPr>
              <a:t>)</a:t>
            </a:r>
            <a:endParaRPr lang="en-US" sz="3000" dirty="0">
              <a:latin typeface="Microsoft Sans Serif"/>
              <a:cs typeface="Microsoft Sans Serif"/>
            </a:endParaRPr>
          </a:p>
          <a:p>
            <a:pPr marL="469900" indent="-457200">
              <a:lnSpc>
                <a:spcPct val="100000"/>
              </a:lnSpc>
              <a:spcBef>
                <a:spcPts val="705"/>
              </a:spcBef>
              <a:buFont typeface="Arial" panose="020B0604020202020204" pitchFamily="34" charset="0"/>
              <a:buChar char="•"/>
              <a:tabLst>
                <a:tab pos="349885" algn="l"/>
              </a:tabLst>
            </a:pPr>
            <a:r>
              <a:rPr sz="3000" b="1" spc="-10" dirty="0">
                <a:latin typeface="Arial"/>
                <a:cs typeface="Arial"/>
                <a:hlinkClick r:id="rId5"/>
              </a:rPr>
              <a:t>http://www.moit.gov.vn</a:t>
            </a:r>
            <a:r>
              <a:rPr sz="3000" b="1" spc="-5" dirty="0">
                <a:latin typeface="Arial"/>
                <a:cs typeface="Arial"/>
              </a:rPr>
              <a:t> </a:t>
            </a:r>
            <a:r>
              <a:rPr sz="3000" dirty="0">
                <a:latin typeface="Microsoft Sans Serif"/>
                <a:cs typeface="Microsoft Sans Serif"/>
              </a:rPr>
              <a:t>(Bộ</a:t>
            </a:r>
            <a:r>
              <a:rPr sz="3000" spc="-10" dirty="0">
                <a:latin typeface="Microsoft Sans Serif"/>
                <a:cs typeface="Microsoft Sans Serif"/>
              </a:rPr>
              <a:t> </a:t>
            </a:r>
            <a:r>
              <a:rPr sz="3000" dirty="0">
                <a:latin typeface="Microsoft Sans Serif"/>
                <a:cs typeface="Microsoft Sans Serif"/>
              </a:rPr>
              <a:t>Công</a:t>
            </a:r>
            <a:r>
              <a:rPr sz="3000" spc="-20" dirty="0">
                <a:latin typeface="Microsoft Sans Serif"/>
                <a:cs typeface="Microsoft Sans Serif"/>
              </a:rPr>
              <a:t> </a:t>
            </a:r>
            <a:r>
              <a:rPr sz="3000" spc="70" dirty="0" err="1">
                <a:latin typeface="Microsoft Sans Serif"/>
                <a:cs typeface="Microsoft Sans Serif"/>
              </a:rPr>
              <a:t>thương</a:t>
            </a:r>
            <a:r>
              <a:rPr sz="3000" spc="70" dirty="0">
                <a:latin typeface="Microsoft Sans Serif"/>
                <a:cs typeface="Microsoft Sans Serif"/>
              </a:rPr>
              <a:t>)</a:t>
            </a:r>
            <a:endParaRPr lang="en-US" sz="3000" spc="70" dirty="0">
              <a:latin typeface="Microsoft Sans Serif"/>
              <a:cs typeface="Microsoft Sans Serif"/>
            </a:endParaRPr>
          </a:p>
          <a:p>
            <a:pPr marL="469900" indent="-457200">
              <a:lnSpc>
                <a:spcPct val="100000"/>
              </a:lnSpc>
              <a:spcBef>
                <a:spcPts val="705"/>
              </a:spcBef>
              <a:buFont typeface="Arial" panose="020B0604020202020204" pitchFamily="34" charset="0"/>
              <a:buChar char="•"/>
              <a:tabLst>
                <a:tab pos="349885" algn="l"/>
              </a:tabLst>
            </a:pPr>
            <a:r>
              <a:rPr sz="3000" b="1" dirty="0">
                <a:latin typeface="Arial"/>
                <a:cs typeface="Arial"/>
                <a:hlinkClick r:id="rId6"/>
              </a:rPr>
              <a:t>http://www.gso.gov.vn</a:t>
            </a:r>
            <a:r>
              <a:rPr sz="3000" b="1" spc="-55" dirty="0">
                <a:latin typeface="Arial"/>
                <a:cs typeface="Arial"/>
              </a:rPr>
              <a:t> </a:t>
            </a:r>
            <a:r>
              <a:rPr sz="3000" dirty="0">
                <a:latin typeface="Microsoft Sans Serif"/>
                <a:cs typeface="Microsoft Sans Serif"/>
              </a:rPr>
              <a:t>(Tổng</a:t>
            </a:r>
            <a:r>
              <a:rPr sz="3000" spc="-45" dirty="0">
                <a:latin typeface="Microsoft Sans Serif"/>
                <a:cs typeface="Microsoft Sans Serif"/>
              </a:rPr>
              <a:t> </a:t>
            </a:r>
            <a:r>
              <a:rPr sz="3000" dirty="0">
                <a:latin typeface="Microsoft Sans Serif"/>
                <a:cs typeface="Microsoft Sans Serif"/>
              </a:rPr>
              <a:t>cục</a:t>
            </a:r>
            <a:r>
              <a:rPr sz="3000" spc="-35" dirty="0">
                <a:latin typeface="Microsoft Sans Serif"/>
                <a:cs typeface="Microsoft Sans Serif"/>
              </a:rPr>
              <a:t> </a:t>
            </a:r>
            <a:r>
              <a:rPr sz="3000" dirty="0">
                <a:latin typeface="Microsoft Sans Serif"/>
                <a:cs typeface="Microsoft Sans Serif"/>
              </a:rPr>
              <a:t>thống</a:t>
            </a:r>
            <a:r>
              <a:rPr sz="3000" spc="-55" dirty="0">
                <a:latin typeface="Microsoft Sans Serif"/>
                <a:cs typeface="Microsoft Sans Serif"/>
              </a:rPr>
              <a:t> </a:t>
            </a:r>
            <a:r>
              <a:rPr sz="3000" spc="-25" dirty="0" err="1">
                <a:latin typeface="Microsoft Sans Serif"/>
                <a:cs typeface="Microsoft Sans Serif"/>
              </a:rPr>
              <a:t>kê</a:t>
            </a:r>
            <a:r>
              <a:rPr sz="3000" spc="-25" dirty="0">
                <a:latin typeface="Microsoft Sans Serif"/>
                <a:cs typeface="Microsoft Sans Serif"/>
              </a:rPr>
              <a:t>)</a:t>
            </a:r>
            <a:endParaRPr lang="en-US" sz="3000" dirty="0">
              <a:latin typeface="Microsoft Sans Serif"/>
              <a:cs typeface="Microsoft Sans Serif"/>
            </a:endParaRPr>
          </a:p>
          <a:p>
            <a:pPr marL="469900" indent="-457200">
              <a:lnSpc>
                <a:spcPct val="100000"/>
              </a:lnSpc>
              <a:spcBef>
                <a:spcPts val="705"/>
              </a:spcBef>
              <a:buFont typeface="Arial" panose="020B0604020202020204" pitchFamily="34" charset="0"/>
              <a:buChar char="•"/>
              <a:tabLst>
                <a:tab pos="349885" algn="l"/>
              </a:tabLst>
            </a:pPr>
            <a:r>
              <a:rPr sz="3000" b="1" spc="-10" dirty="0">
                <a:latin typeface="Arial"/>
                <a:cs typeface="Arial"/>
                <a:hlinkClick r:id="rId7"/>
              </a:rPr>
              <a:t>http://www.toaan.gov.vn</a:t>
            </a:r>
            <a:r>
              <a:rPr sz="3000" b="1" spc="-5" dirty="0">
                <a:latin typeface="Arial"/>
                <a:cs typeface="Arial"/>
              </a:rPr>
              <a:t> </a:t>
            </a:r>
            <a:r>
              <a:rPr sz="3000" dirty="0">
                <a:latin typeface="Microsoft Sans Serif"/>
                <a:cs typeface="Microsoft Sans Serif"/>
              </a:rPr>
              <a:t>(Tòa</a:t>
            </a:r>
            <a:r>
              <a:rPr sz="3000" spc="10" dirty="0">
                <a:latin typeface="Microsoft Sans Serif"/>
                <a:cs typeface="Microsoft Sans Serif"/>
              </a:rPr>
              <a:t> </a:t>
            </a:r>
            <a:r>
              <a:rPr sz="3000" dirty="0">
                <a:latin typeface="Microsoft Sans Serif"/>
                <a:cs typeface="Microsoft Sans Serif"/>
              </a:rPr>
              <a:t>án ND</a:t>
            </a:r>
            <a:r>
              <a:rPr sz="3000" spc="-10" dirty="0">
                <a:latin typeface="Microsoft Sans Serif"/>
                <a:cs typeface="Microsoft Sans Serif"/>
              </a:rPr>
              <a:t> </a:t>
            </a:r>
            <a:r>
              <a:rPr sz="3000" spc="-25" dirty="0" err="1">
                <a:latin typeface="Microsoft Sans Serif"/>
                <a:cs typeface="Microsoft Sans Serif"/>
              </a:rPr>
              <a:t>tối</a:t>
            </a:r>
            <a:r>
              <a:rPr lang="en-US" sz="3000" spc="-25" dirty="0">
                <a:latin typeface="Microsoft Sans Serif"/>
                <a:cs typeface="Microsoft Sans Serif"/>
              </a:rPr>
              <a:t> </a:t>
            </a:r>
            <a:r>
              <a:rPr sz="3000" spc="-20" dirty="0" err="1">
                <a:latin typeface="Microsoft Sans Serif"/>
                <a:cs typeface="Microsoft Sans Serif"/>
              </a:rPr>
              <a:t>cao</a:t>
            </a:r>
            <a:r>
              <a:rPr sz="3000" spc="-20" dirty="0">
                <a:latin typeface="Microsoft Sans Serif"/>
                <a:cs typeface="Microsoft Sans Serif"/>
              </a:rPr>
              <a:t>)</a:t>
            </a:r>
            <a:endParaRPr lang="en-US" sz="3000" spc="-20" dirty="0">
              <a:latin typeface="Microsoft Sans Serif"/>
              <a:cs typeface="Microsoft Sans Serif"/>
            </a:endParaRPr>
          </a:p>
          <a:p>
            <a:pPr marL="469900" indent="-457200">
              <a:lnSpc>
                <a:spcPct val="100000"/>
              </a:lnSpc>
              <a:spcBef>
                <a:spcPts val="705"/>
              </a:spcBef>
              <a:buFont typeface="Arial" panose="020B0604020202020204" pitchFamily="34" charset="0"/>
              <a:buChar char="•"/>
              <a:tabLst>
                <a:tab pos="349885" algn="l"/>
              </a:tabLst>
            </a:pPr>
            <a:r>
              <a:rPr sz="3000" b="1" dirty="0">
                <a:latin typeface="Arial"/>
                <a:cs typeface="Arial"/>
                <a:hlinkClick r:id="rId8"/>
              </a:rPr>
              <a:t>http://vbpl.vn</a:t>
            </a:r>
            <a:r>
              <a:rPr sz="3000" b="1" spc="-15" dirty="0">
                <a:latin typeface="Arial"/>
                <a:cs typeface="Arial"/>
              </a:rPr>
              <a:t> </a:t>
            </a:r>
            <a:r>
              <a:rPr sz="3000" spc="95" dirty="0">
                <a:latin typeface="Microsoft Sans Serif"/>
                <a:cs typeface="Microsoft Sans Serif"/>
              </a:rPr>
              <a:t>(Cơ</a:t>
            </a:r>
            <a:r>
              <a:rPr sz="3000" spc="-30" dirty="0">
                <a:latin typeface="Microsoft Sans Serif"/>
                <a:cs typeface="Microsoft Sans Serif"/>
              </a:rPr>
              <a:t> </a:t>
            </a:r>
            <a:r>
              <a:rPr sz="3000" spc="140" dirty="0">
                <a:latin typeface="Microsoft Sans Serif"/>
                <a:cs typeface="Microsoft Sans Serif"/>
              </a:rPr>
              <a:t>sở</a:t>
            </a:r>
            <a:r>
              <a:rPr sz="3000" spc="-5" dirty="0">
                <a:latin typeface="Microsoft Sans Serif"/>
                <a:cs typeface="Microsoft Sans Serif"/>
              </a:rPr>
              <a:t> </a:t>
            </a:r>
            <a:r>
              <a:rPr sz="3000" spc="165" dirty="0">
                <a:latin typeface="Microsoft Sans Serif"/>
                <a:cs typeface="Microsoft Sans Serif"/>
              </a:rPr>
              <a:t>dữ</a:t>
            </a:r>
            <a:r>
              <a:rPr sz="3000" spc="-10" dirty="0">
                <a:latin typeface="Microsoft Sans Serif"/>
                <a:cs typeface="Microsoft Sans Serif"/>
              </a:rPr>
              <a:t> </a:t>
            </a:r>
            <a:r>
              <a:rPr sz="3000" dirty="0">
                <a:latin typeface="Microsoft Sans Serif"/>
                <a:cs typeface="Microsoft Sans Serif"/>
              </a:rPr>
              <a:t>liệu</a:t>
            </a:r>
            <a:r>
              <a:rPr sz="3000" spc="-40" dirty="0">
                <a:latin typeface="Microsoft Sans Serif"/>
                <a:cs typeface="Microsoft Sans Serif"/>
              </a:rPr>
              <a:t> </a:t>
            </a:r>
            <a:r>
              <a:rPr sz="3000" dirty="0">
                <a:latin typeface="Microsoft Sans Serif"/>
                <a:cs typeface="Microsoft Sans Serif"/>
              </a:rPr>
              <a:t>QG</a:t>
            </a:r>
            <a:r>
              <a:rPr sz="3000" spc="-5" dirty="0">
                <a:latin typeface="Microsoft Sans Serif"/>
                <a:cs typeface="Microsoft Sans Serif"/>
              </a:rPr>
              <a:t> </a:t>
            </a:r>
            <a:r>
              <a:rPr sz="3000" spc="-10" dirty="0">
                <a:latin typeface="Microsoft Sans Serif"/>
                <a:cs typeface="Microsoft Sans Serif"/>
              </a:rPr>
              <a:t>VBPL)</a:t>
            </a:r>
            <a:endParaRPr lang="en-US" sz="3000" spc="-10" dirty="0">
              <a:latin typeface="Microsoft Sans Serif"/>
              <a:cs typeface="Microsoft Sans Serif"/>
            </a:endParaRPr>
          </a:p>
        </p:txBody>
      </p:sp>
    </p:spTree>
    <p:extLst>
      <p:ext uri="{BB962C8B-B14F-4D97-AF65-F5344CB8AC3E}">
        <p14:creationId xmlns:p14="http://schemas.microsoft.com/office/powerpoint/2010/main" val="351512132"/>
      </p:ext>
    </p:extLst>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D11E1CA7-F246-4ED9-A509-1668B3BA2280}"/>
              </a:ext>
            </a:extLst>
          </p:cNvPr>
          <p:cNvSpPr/>
          <p:nvPr/>
        </p:nvSpPr>
        <p:spPr>
          <a:xfrm>
            <a:off x="914400" y="1295400"/>
            <a:ext cx="7315200" cy="4267200"/>
          </a:xfrm>
          <a:prstGeom prst="roundRect">
            <a:avLst/>
          </a:prstGeom>
          <a:solidFill>
            <a:srgbClr val="FFCC99"/>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4" name="TextBox 3">
            <a:extLst>
              <a:ext uri="{FF2B5EF4-FFF2-40B4-BE49-F238E27FC236}">
                <a16:creationId xmlns:a16="http://schemas.microsoft.com/office/drawing/2014/main" id="{7E2DCA41-AD44-4984-AD90-DF97F0A25497}"/>
              </a:ext>
            </a:extLst>
          </p:cNvPr>
          <p:cNvSpPr txBox="1"/>
          <p:nvPr/>
        </p:nvSpPr>
        <p:spPr>
          <a:xfrm>
            <a:off x="990600" y="304800"/>
            <a:ext cx="6553200" cy="400110"/>
          </a:xfrm>
          <a:prstGeom prst="rect">
            <a:avLst/>
          </a:prstGeom>
          <a:noFill/>
        </p:spPr>
        <p:txBody>
          <a:bodyPr wrap="square" rtlCol="0">
            <a:spAutoFit/>
          </a:bodyPr>
          <a:lstStyle/>
          <a:p>
            <a:r>
              <a:rPr lang="en-US" sz="2000" b="1" dirty="0">
                <a:solidFill>
                  <a:schemeClr val="accent1">
                    <a:lumMod val="75000"/>
                  </a:schemeClr>
                </a:solidFill>
              </a:rPr>
              <a:t>TRƯỜNG ĐẠI HỌC CÔNG NGHỆ THÔNG TIN</a:t>
            </a:r>
          </a:p>
        </p:txBody>
      </p:sp>
      <p:cxnSp>
        <p:nvCxnSpPr>
          <p:cNvPr id="6" name="Straight Connector 5">
            <a:extLst>
              <a:ext uri="{FF2B5EF4-FFF2-40B4-BE49-F238E27FC236}">
                <a16:creationId xmlns:a16="http://schemas.microsoft.com/office/drawing/2014/main" id="{EDA3B55B-7311-4471-B3B1-F716F9C693BD}"/>
              </a:ext>
            </a:extLst>
          </p:cNvPr>
          <p:cNvCxnSpPr>
            <a:cxnSpLocks/>
          </p:cNvCxnSpPr>
          <p:nvPr/>
        </p:nvCxnSpPr>
        <p:spPr>
          <a:xfrm>
            <a:off x="1752600" y="2151737"/>
            <a:ext cx="0" cy="2572663"/>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8AFD3298-B23A-486A-BCC7-0BC926139393}"/>
              </a:ext>
            </a:extLst>
          </p:cNvPr>
          <p:cNvCxnSpPr/>
          <p:nvPr/>
        </p:nvCxnSpPr>
        <p:spPr>
          <a:xfrm>
            <a:off x="1483962" y="2785765"/>
            <a:ext cx="403860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8FAABF00-0E35-47F3-BFA9-3FA305715DB4}"/>
              </a:ext>
            </a:extLst>
          </p:cNvPr>
          <p:cNvCxnSpPr>
            <a:cxnSpLocks/>
          </p:cNvCxnSpPr>
          <p:nvPr/>
        </p:nvCxnSpPr>
        <p:spPr>
          <a:xfrm>
            <a:off x="1369662" y="2939512"/>
            <a:ext cx="4650138"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60E37FAB-81C6-4FC8-836D-F004C5EFA5D2}"/>
              </a:ext>
            </a:extLst>
          </p:cNvPr>
          <p:cNvCxnSpPr/>
          <p:nvPr/>
        </p:nvCxnSpPr>
        <p:spPr>
          <a:xfrm>
            <a:off x="1864965" y="2250483"/>
            <a:ext cx="0" cy="2209800"/>
          </a:xfrm>
          <a:prstGeom prst="line">
            <a:avLst/>
          </a:prstGeom>
        </p:spPr>
        <p:style>
          <a:lnRef idx="3">
            <a:schemeClr val="accent1"/>
          </a:lnRef>
          <a:fillRef idx="0">
            <a:schemeClr val="accent1"/>
          </a:fillRef>
          <a:effectRef idx="2">
            <a:schemeClr val="accent1"/>
          </a:effectRef>
          <a:fontRef idx="minor">
            <a:schemeClr val="tx1"/>
          </a:fontRef>
        </p:style>
      </p:cxnSp>
      <p:pic>
        <p:nvPicPr>
          <p:cNvPr id="2050" name="Picture 2" descr="Review Trường Đại học Công nghệ Thông tin – Đại học Quốc gia TP.HCM (UIT):  Ngôi trường đại học “đáng mơ ước” – huongnghiep.hocmai.vn">
            <a:extLst>
              <a:ext uri="{FF2B5EF4-FFF2-40B4-BE49-F238E27FC236}">
                <a16:creationId xmlns:a16="http://schemas.microsoft.com/office/drawing/2014/main" id="{098FC182-21C3-44A5-A956-4D71519C44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6" y="1143000"/>
            <a:ext cx="9127854" cy="57150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BCAFF5F-4C62-44D2-9F08-4AA2DE379586}"/>
              </a:ext>
            </a:extLst>
          </p:cNvPr>
          <p:cNvSpPr txBox="1"/>
          <p:nvPr/>
        </p:nvSpPr>
        <p:spPr>
          <a:xfrm>
            <a:off x="455262" y="2926912"/>
            <a:ext cx="4820347" cy="1938992"/>
          </a:xfrm>
          <a:prstGeom prst="rect">
            <a:avLst/>
          </a:prstGeom>
          <a:noFill/>
        </p:spPr>
        <p:txBody>
          <a:bodyPr wrap="square" rtlCol="0">
            <a:spAutoFit/>
          </a:bodyPr>
          <a:lstStyle/>
          <a:p>
            <a:r>
              <a:rPr lang="en-US" altLang="en-US" sz="4000" b="1" spc="50" dirty="0">
                <a:ln w="0"/>
                <a:solidFill>
                  <a:srgbClr val="FF0000"/>
                </a:solidFill>
                <a:effectLst>
                  <a:innerShdw blurRad="63500" dist="50800" dir="13500000">
                    <a:srgbClr val="000000">
                      <a:alpha val="50000"/>
                    </a:srgbClr>
                  </a:innerShdw>
                </a:effectLst>
                <a:latin typeface="Times New Roman" panose="02020603050405020304" pitchFamily="18" charset="0"/>
              </a:rPr>
              <a:t>NHỮNG VẤN ĐỀ LÝ LUẬN CƠ BẢN VỀ NHÀ NƯỚC</a:t>
            </a:r>
            <a:endParaRPr lang="en-US" sz="4000" b="1" spc="50" dirty="0">
              <a:ln w="0"/>
              <a:solidFill>
                <a:srgbClr val="FF0000"/>
              </a:solidFill>
              <a:effectLst>
                <a:innerShdw blurRad="63500" dist="50800" dir="13500000">
                  <a:srgbClr val="000000">
                    <a:alpha val="50000"/>
                  </a:srgbClr>
                </a:innerShdw>
              </a:effectLst>
            </a:endParaRPr>
          </a:p>
        </p:txBody>
      </p:sp>
      <p:sp>
        <p:nvSpPr>
          <p:cNvPr id="13" name="TextBox 12">
            <a:extLst>
              <a:ext uri="{FF2B5EF4-FFF2-40B4-BE49-F238E27FC236}">
                <a16:creationId xmlns:a16="http://schemas.microsoft.com/office/drawing/2014/main" id="{27B30EB2-604B-436C-8C15-276E22AA9F4B}"/>
              </a:ext>
            </a:extLst>
          </p:cNvPr>
          <p:cNvSpPr txBox="1"/>
          <p:nvPr/>
        </p:nvSpPr>
        <p:spPr>
          <a:xfrm>
            <a:off x="481244" y="1948436"/>
            <a:ext cx="3250765" cy="707886"/>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sz="4000" b="1" dirty="0">
                <a:ln/>
                <a:solidFill>
                  <a:srgbClr val="FF0000"/>
                </a:solidFill>
                <a:latin typeface="Times New Roman" panose="02020603050405020304" pitchFamily="18" charset="0"/>
                <a:cs typeface="Times New Roman" panose="02020603050405020304" pitchFamily="18" charset="0"/>
              </a:rPr>
              <a:t>CHƯƠNG 1</a:t>
            </a:r>
          </a:p>
        </p:txBody>
      </p:sp>
    </p:spTree>
    <p:extLst>
      <p:ext uri="{BB962C8B-B14F-4D97-AF65-F5344CB8AC3E}">
        <p14:creationId xmlns:p14="http://schemas.microsoft.com/office/powerpoint/2010/main" val="4251109856"/>
      </p:ext>
    </p:extLst>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E7B1B26-FF16-4605-9A18-7B1A863F1AB6}"/>
              </a:ext>
            </a:extLst>
          </p:cNvPr>
          <p:cNvSpPr/>
          <p:nvPr/>
        </p:nvSpPr>
        <p:spPr>
          <a:xfrm>
            <a:off x="1027509" y="2269509"/>
            <a:ext cx="7049691" cy="431627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4AC4122E-2724-4604-97F3-90D3C43D9005}"/>
              </a:ext>
            </a:extLst>
          </p:cNvPr>
          <p:cNvSpPr txBox="1">
            <a:spLocks noRot="1" noChangeArrowheads="1"/>
          </p:cNvSpPr>
          <p:nvPr/>
        </p:nvSpPr>
        <p:spPr bwMode="auto">
          <a:xfrm>
            <a:off x="2133600" y="2425810"/>
            <a:ext cx="5657850" cy="4003675"/>
          </a:xfrm>
          <a:prstGeom prst="rect">
            <a:avLst/>
          </a:prstGeom>
          <a:noFill/>
          <a:ln w="9525">
            <a:noFill/>
            <a:miter lim="800000"/>
            <a:headEnd/>
            <a:tailEnd/>
          </a:ln>
        </p:spPr>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marL="0" indent="0" algn="ctr" rtl="0" eaLnBrk="0" fontAlgn="base" hangingPunct="0">
              <a:spcBef>
                <a:spcPct val="0"/>
              </a:spcBef>
              <a:spcAft>
                <a:spcPct val="0"/>
              </a:spcAft>
              <a:buNone/>
              <a:defRPr sz="2400">
                <a:solidFill>
                  <a:srgbClr val="000000"/>
                </a:solidFill>
                <a:latin typeface="Arial"/>
                <a:ea typeface="MS PGothic" pitchFamily="34" charset="-128"/>
                <a:cs typeface="Arial"/>
                <a:sym typeface="Arial" pitchFamily="34" charset="0"/>
              </a:defRPr>
            </a:lvl1pPr>
            <a:lvl2pPr marL="457200" lvl="1" indent="0" algn="ctr" rtl="0" eaLnBrk="0" fontAlgn="base" hangingPunct="0">
              <a:spcBef>
                <a:spcPct val="0"/>
              </a:spcBef>
              <a:spcAft>
                <a:spcPct val="0"/>
              </a:spcAft>
              <a:buNone/>
              <a:defRPr sz="2000">
                <a:solidFill>
                  <a:srgbClr val="000000"/>
                </a:solidFill>
                <a:latin typeface="Arial"/>
                <a:ea typeface="Arial"/>
                <a:cs typeface="Arial"/>
                <a:sym typeface="Arial" pitchFamily="34" charset="0"/>
              </a:defRPr>
            </a:lvl2pPr>
            <a:lvl3pPr marL="914400" lvl="2" indent="0" algn="ctr" rtl="0" eaLnBrk="0" fontAlgn="base" hangingPunct="0">
              <a:spcBef>
                <a:spcPct val="0"/>
              </a:spcBef>
              <a:spcAft>
                <a:spcPct val="0"/>
              </a:spcAft>
              <a:buNone/>
              <a:defRPr sz="1800">
                <a:solidFill>
                  <a:srgbClr val="000000"/>
                </a:solidFill>
                <a:latin typeface="Arial"/>
                <a:ea typeface="Arial"/>
                <a:cs typeface="Arial"/>
                <a:sym typeface="Arial" pitchFamily="34" charset="0"/>
              </a:defRPr>
            </a:lvl3pPr>
            <a:lvl4pPr marL="1371600" lvl="3"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4pPr>
            <a:lvl5pPr marL="1828800" lvl="4"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5pPr>
            <a:lvl6pPr marL="2286000" marR="0" lvl="5"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6pPr>
            <a:lvl7pPr marL="2743200" marR="0" lvl="6"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7pPr>
            <a:lvl8pPr marL="3200400" marR="0" lvl="7"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8pPr>
            <a:lvl9pPr marL="3657600" marR="0" lvl="8"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9pPr>
          </a:lstStyle>
          <a:p>
            <a:pPr marL="812800" indent="-812800" algn="l" eaLnBrk="1" hangingPunct="1">
              <a:spcBef>
                <a:spcPts val="1200"/>
              </a:spcBef>
              <a:spcAft>
                <a:spcPts val="1200"/>
              </a:spcAft>
              <a:buFont typeface="Wingdings" panose="05000000000000000000" pitchFamily="2" charset="2"/>
              <a:buAutoNum type="romanUcPeriod"/>
            </a:pPr>
            <a:r>
              <a:rPr lang="en-US" altLang="en-US" b="1" kern="0" dirty="0" err="1">
                <a:solidFill>
                  <a:srgbClr val="002060"/>
                </a:solidFill>
                <a:latin typeface="Arial" panose="020B0604020202020204" pitchFamily="34" charset="0"/>
                <a:cs typeface="Arial" panose="020B0604020202020204" pitchFamily="34" charset="0"/>
              </a:rPr>
              <a:t>Nguồn</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gốc</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Nhà</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nước</a:t>
            </a:r>
            <a:endParaRPr lang="en-US" altLang="en-US" b="1" kern="0" dirty="0">
              <a:solidFill>
                <a:srgbClr val="002060"/>
              </a:solidFill>
              <a:latin typeface="Arial" panose="020B0604020202020204" pitchFamily="34" charset="0"/>
              <a:cs typeface="Arial" panose="020B0604020202020204" pitchFamily="34" charset="0"/>
            </a:endParaRPr>
          </a:p>
          <a:p>
            <a:pPr marL="812800" indent="-812800" algn="l" eaLnBrk="1" hangingPunct="1">
              <a:spcBef>
                <a:spcPts val="1200"/>
              </a:spcBef>
              <a:spcAft>
                <a:spcPts val="1200"/>
              </a:spcAft>
              <a:buFont typeface="Wingdings" panose="05000000000000000000" pitchFamily="2" charset="2"/>
              <a:buAutoNum type="romanUcPeriod"/>
            </a:pPr>
            <a:r>
              <a:rPr lang="en-US" altLang="en-US" b="1" kern="0" dirty="0" err="1">
                <a:solidFill>
                  <a:srgbClr val="002060"/>
                </a:solidFill>
                <a:latin typeface="Arial" panose="020B0604020202020204" pitchFamily="34" charset="0"/>
                <a:cs typeface="Arial" panose="020B0604020202020204" pitchFamily="34" charset="0"/>
              </a:rPr>
              <a:t>Khái</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niệm</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bản</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chất</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Nhà</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nước</a:t>
            </a:r>
            <a:endParaRPr lang="en-US" altLang="en-US" b="1" kern="0" dirty="0">
              <a:solidFill>
                <a:srgbClr val="002060"/>
              </a:solidFill>
              <a:latin typeface="Arial" panose="020B0604020202020204" pitchFamily="34" charset="0"/>
              <a:cs typeface="Arial" panose="020B0604020202020204" pitchFamily="34" charset="0"/>
            </a:endParaRPr>
          </a:p>
          <a:p>
            <a:pPr marL="812800" indent="-812800" algn="l" eaLnBrk="1" hangingPunct="1">
              <a:spcBef>
                <a:spcPts val="1200"/>
              </a:spcBef>
              <a:spcAft>
                <a:spcPts val="1200"/>
              </a:spcAft>
              <a:buFont typeface="Wingdings" panose="05000000000000000000" pitchFamily="2" charset="2"/>
              <a:buAutoNum type="romanUcPeriod"/>
            </a:pPr>
            <a:r>
              <a:rPr lang="en-US" altLang="en-US" b="1" kern="0" dirty="0" err="1">
                <a:solidFill>
                  <a:srgbClr val="002060"/>
                </a:solidFill>
                <a:latin typeface="Arial" panose="020B0604020202020204" pitchFamily="34" charset="0"/>
                <a:cs typeface="Arial" panose="020B0604020202020204" pitchFamily="34" charset="0"/>
              </a:rPr>
              <a:t>Đặc</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trưng</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của</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Nhà</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nước</a:t>
            </a:r>
            <a:endParaRPr lang="en-US" altLang="en-US" b="1" kern="0" dirty="0">
              <a:solidFill>
                <a:srgbClr val="002060"/>
              </a:solidFill>
              <a:latin typeface="Arial" panose="020B0604020202020204" pitchFamily="34" charset="0"/>
              <a:cs typeface="Arial" panose="020B0604020202020204" pitchFamily="34" charset="0"/>
            </a:endParaRPr>
          </a:p>
          <a:p>
            <a:pPr marL="812800" indent="-812800" algn="l" eaLnBrk="1" hangingPunct="1">
              <a:spcBef>
                <a:spcPts val="1200"/>
              </a:spcBef>
              <a:spcAft>
                <a:spcPts val="1200"/>
              </a:spcAft>
              <a:buFont typeface="Wingdings" panose="05000000000000000000" pitchFamily="2" charset="2"/>
              <a:buAutoNum type="romanUcPeriod"/>
            </a:pPr>
            <a:r>
              <a:rPr lang="en-US" altLang="en-US" b="1" kern="0" dirty="0" err="1">
                <a:solidFill>
                  <a:srgbClr val="002060"/>
                </a:solidFill>
                <a:latin typeface="Arial" panose="020B0604020202020204" pitchFamily="34" charset="0"/>
                <a:cs typeface="Arial" panose="020B0604020202020204" pitchFamily="34" charset="0"/>
              </a:rPr>
              <a:t>Chức</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năng</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của</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Nhà</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nước</a:t>
            </a:r>
            <a:endParaRPr lang="en-US" altLang="en-US" b="1" kern="0" dirty="0">
              <a:solidFill>
                <a:srgbClr val="002060"/>
              </a:solidFill>
              <a:latin typeface="Arial" panose="020B0604020202020204" pitchFamily="34" charset="0"/>
              <a:cs typeface="Arial" panose="020B0604020202020204" pitchFamily="34" charset="0"/>
            </a:endParaRPr>
          </a:p>
          <a:p>
            <a:pPr marL="812800" indent="-812800" algn="l" eaLnBrk="1" hangingPunct="1">
              <a:spcBef>
                <a:spcPts val="1200"/>
              </a:spcBef>
              <a:spcAft>
                <a:spcPts val="1200"/>
              </a:spcAft>
              <a:buFont typeface="Wingdings" panose="05000000000000000000" pitchFamily="2" charset="2"/>
              <a:buAutoNum type="romanUcPeriod"/>
            </a:pPr>
            <a:r>
              <a:rPr lang="en-US" altLang="en-US" b="1" kern="0" dirty="0" err="1">
                <a:solidFill>
                  <a:srgbClr val="002060"/>
                </a:solidFill>
                <a:latin typeface="Arial" panose="020B0604020202020204" pitchFamily="34" charset="0"/>
                <a:cs typeface="Arial" panose="020B0604020202020204" pitchFamily="34" charset="0"/>
              </a:rPr>
              <a:t>Kiểu</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và</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hình</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thức</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Nhà</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nước</a:t>
            </a:r>
            <a:endParaRPr lang="en-US" altLang="en-US" b="1" kern="0" dirty="0">
              <a:solidFill>
                <a:srgbClr val="002060"/>
              </a:solidFill>
              <a:latin typeface="Arial" panose="020B0604020202020204" pitchFamily="34" charset="0"/>
              <a:cs typeface="Arial" panose="020B0604020202020204" pitchFamily="34" charset="0"/>
            </a:endParaRPr>
          </a:p>
          <a:p>
            <a:pPr marL="812800" indent="-812800" algn="l" eaLnBrk="1" hangingPunct="1">
              <a:spcBef>
                <a:spcPts val="1200"/>
              </a:spcBef>
              <a:spcAft>
                <a:spcPts val="1200"/>
              </a:spcAft>
              <a:buFont typeface="Wingdings" panose="05000000000000000000" pitchFamily="2" charset="2"/>
              <a:buAutoNum type="romanUcPeriod"/>
            </a:pPr>
            <a:r>
              <a:rPr lang="en-US" altLang="en-US" b="1" kern="0" dirty="0" err="1">
                <a:solidFill>
                  <a:srgbClr val="002060"/>
                </a:solidFill>
                <a:latin typeface="Arial" panose="020B0604020202020204" pitchFamily="34" charset="0"/>
                <a:cs typeface="Arial" panose="020B0604020202020204" pitchFamily="34" charset="0"/>
              </a:rPr>
              <a:t>Bộ</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máy</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Nhà</a:t>
            </a:r>
            <a:r>
              <a:rPr lang="en-US" altLang="en-US" b="1" kern="0" dirty="0">
                <a:solidFill>
                  <a:srgbClr val="002060"/>
                </a:solidFill>
                <a:latin typeface="Arial" panose="020B0604020202020204" pitchFamily="34" charset="0"/>
                <a:cs typeface="Arial" panose="020B0604020202020204" pitchFamily="34" charset="0"/>
              </a:rPr>
              <a:t> </a:t>
            </a:r>
            <a:r>
              <a:rPr lang="en-US" altLang="en-US" b="1" kern="0" dirty="0" err="1">
                <a:solidFill>
                  <a:srgbClr val="002060"/>
                </a:solidFill>
                <a:latin typeface="Arial" panose="020B0604020202020204" pitchFamily="34" charset="0"/>
                <a:cs typeface="Arial" panose="020B0604020202020204" pitchFamily="34" charset="0"/>
              </a:rPr>
              <a:t>nước</a:t>
            </a:r>
            <a:endParaRPr lang="en-US" altLang="en-US" b="1" kern="0" dirty="0">
              <a:solidFill>
                <a:srgbClr val="002060"/>
              </a:solidFill>
              <a:latin typeface="Arial" panose="020B0604020202020204" pitchFamily="34" charset="0"/>
              <a:cs typeface="Arial" panose="020B0604020202020204" pitchFamily="34" charset="0"/>
            </a:endParaRPr>
          </a:p>
        </p:txBody>
      </p:sp>
      <p:sp>
        <p:nvSpPr>
          <p:cNvPr id="5" name="object 13">
            <a:extLst>
              <a:ext uri="{FF2B5EF4-FFF2-40B4-BE49-F238E27FC236}">
                <a16:creationId xmlns:a16="http://schemas.microsoft.com/office/drawing/2014/main" id="{F55C7C5A-483D-405C-BA2F-88A09802877B}"/>
              </a:ext>
            </a:extLst>
          </p:cNvPr>
          <p:cNvSpPr txBox="1">
            <a:spLocks/>
          </p:cNvSpPr>
          <p:nvPr/>
        </p:nvSpPr>
        <p:spPr bwMode="auto">
          <a:xfrm>
            <a:off x="2286000" y="1364783"/>
            <a:ext cx="4419600" cy="589280"/>
          </a:xfrm>
          <a:prstGeom prst="rect">
            <a:avLst/>
          </a:prstGeom>
          <a:noFill/>
          <a:ln w="9525">
            <a:noFill/>
            <a:miter lim="800000"/>
            <a:headEnd/>
            <a:tailEnd/>
          </a:ln>
        </p:spPr>
        <p:txBody>
          <a:bodyPr vert="horz" wrap="square" lIns="0" tIns="12065"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95"/>
              </a:spcBef>
            </a:pPr>
            <a:r>
              <a:rPr lang="en-US" sz="3700" b="1" kern="0" dirty="0" err="1">
                <a:ln w="0"/>
                <a:solidFill>
                  <a:srgbClr val="FF0000"/>
                </a:solidFill>
                <a:effectLst>
                  <a:reflection blurRad="6350" stA="53000" endA="300" endPos="35500" dir="5400000" sy="-90000" algn="bl" rotWithShape="0"/>
                </a:effectLst>
              </a:rPr>
              <a:t>Nội</a:t>
            </a:r>
            <a:r>
              <a:rPr lang="en-US" sz="3700" b="1" kern="0" dirty="0">
                <a:ln w="0"/>
                <a:solidFill>
                  <a:srgbClr val="FF0000"/>
                </a:solidFill>
                <a:effectLst>
                  <a:reflection blurRad="6350" stA="53000" endA="300" endPos="35500" dir="5400000" sy="-90000" algn="bl" rotWithShape="0"/>
                </a:effectLst>
              </a:rPr>
              <a:t> dung </a:t>
            </a:r>
            <a:r>
              <a:rPr lang="en-US" sz="3700" b="1" kern="0" dirty="0" err="1">
                <a:ln w="0"/>
                <a:solidFill>
                  <a:srgbClr val="FF0000"/>
                </a:solidFill>
                <a:effectLst>
                  <a:reflection blurRad="6350" stA="53000" endA="300" endPos="35500" dir="5400000" sy="-90000" algn="bl" rotWithShape="0"/>
                </a:effectLst>
              </a:rPr>
              <a:t>bài</a:t>
            </a:r>
            <a:r>
              <a:rPr lang="en-US" sz="3700" b="1" kern="0" dirty="0">
                <a:ln w="0"/>
                <a:solidFill>
                  <a:srgbClr val="FF0000"/>
                </a:solidFill>
                <a:effectLst>
                  <a:reflection blurRad="6350" stA="53000" endA="300" endPos="35500" dir="5400000" sy="-90000" algn="bl" rotWithShape="0"/>
                </a:effectLst>
              </a:rPr>
              <a:t> </a:t>
            </a:r>
            <a:r>
              <a:rPr lang="en-US" sz="3700" b="1" kern="0" dirty="0" err="1">
                <a:ln w="0"/>
                <a:solidFill>
                  <a:srgbClr val="FF0000"/>
                </a:solidFill>
                <a:effectLst>
                  <a:reflection blurRad="6350" stA="53000" endA="300" endPos="35500" dir="5400000" sy="-90000" algn="bl" rotWithShape="0"/>
                </a:effectLst>
              </a:rPr>
              <a:t>giảng</a:t>
            </a:r>
            <a:endParaRPr lang="en-US" sz="3700" b="1" kern="0" dirty="0">
              <a:ln w="0"/>
              <a:solidFill>
                <a:srgbClr val="FF0000"/>
              </a:solidFill>
              <a:effectLst>
                <a:reflection blurRad="6350" stA="53000" endA="300" endPos="35500" dir="5400000" sy="-90000" algn="bl" rotWithShape="0"/>
              </a:effectLst>
            </a:endParaRPr>
          </a:p>
        </p:txBody>
      </p:sp>
      <p:sp>
        <p:nvSpPr>
          <p:cNvPr id="6" name="Rectangle 2">
            <a:extLst>
              <a:ext uri="{FF2B5EF4-FFF2-40B4-BE49-F238E27FC236}">
                <a16:creationId xmlns:a16="http://schemas.microsoft.com/office/drawing/2014/main" id="{A365C814-852D-4EA7-9AC0-961671FE97D3}"/>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Tree>
    <p:extLst>
      <p:ext uri="{BB962C8B-B14F-4D97-AF65-F5344CB8AC3E}">
        <p14:creationId xmlns:p14="http://schemas.microsoft.com/office/powerpoint/2010/main" val="224404235"/>
      </p:ext>
    </p:extLst>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50B73F2-26A4-4EF5-BFEE-714D6AF6E112}"/>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99927860-5093-4CFA-BFC3-B668212840A5}"/>
              </a:ext>
            </a:extLst>
          </p:cNvPr>
          <p:cNvSpPr txBox="1">
            <a:spLocks/>
          </p:cNvSpPr>
          <p:nvPr/>
        </p:nvSpPr>
        <p:spPr bwMode="auto">
          <a:xfrm>
            <a:off x="309190" y="1210488"/>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sp>
        <p:nvSpPr>
          <p:cNvPr id="6" name="object 10">
            <a:extLst>
              <a:ext uri="{FF2B5EF4-FFF2-40B4-BE49-F238E27FC236}">
                <a16:creationId xmlns:a16="http://schemas.microsoft.com/office/drawing/2014/main" id="{8A968B7B-2D8A-4E35-BBDC-9B7D7FB0E243}"/>
              </a:ext>
            </a:extLst>
          </p:cNvPr>
          <p:cNvSpPr txBox="1"/>
          <p:nvPr/>
        </p:nvSpPr>
        <p:spPr>
          <a:xfrm>
            <a:off x="1767082" y="2057400"/>
            <a:ext cx="6005317" cy="381515"/>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12065" rIns="0" bIns="0" rtlCol="0">
            <a:spAutoFit/>
          </a:bodyPr>
          <a:lstStyle/>
          <a:p>
            <a:pPr marL="12700" algn="ctr">
              <a:lnSpc>
                <a:spcPct val="100000"/>
              </a:lnSpc>
              <a:spcBef>
                <a:spcPts val="95"/>
              </a:spcBef>
            </a:pPr>
            <a:r>
              <a:rPr sz="2400" b="1" spc="50" dirty="0">
                <a:ln w="0"/>
                <a:solidFill>
                  <a:schemeClr val="bg2"/>
                </a:solidFill>
                <a:effectLst>
                  <a:innerShdw blurRad="63500" dist="50800" dir="13500000">
                    <a:srgbClr val="000000">
                      <a:alpha val="50000"/>
                    </a:srgbClr>
                  </a:innerShdw>
                </a:effectLst>
                <a:latin typeface="Times New Roman" panose="02020603050405020304" pitchFamily="18" charset="0"/>
                <a:cs typeface="Times New Roman" panose="02020603050405020304" pitchFamily="18" charset="0"/>
              </a:rPr>
              <a:t>HAI HỆ THỐNG QUAN ĐIỂM CHÍNH</a:t>
            </a:r>
          </a:p>
        </p:txBody>
      </p:sp>
      <p:grpSp>
        <p:nvGrpSpPr>
          <p:cNvPr id="7" name="object 28">
            <a:extLst>
              <a:ext uri="{FF2B5EF4-FFF2-40B4-BE49-F238E27FC236}">
                <a16:creationId xmlns:a16="http://schemas.microsoft.com/office/drawing/2014/main" id="{97261B11-B2E9-4676-98B5-4AF700C8989F}"/>
              </a:ext>
            </a:extLst>
          </p:cNvPr>
          <p:cNvGrpSpPr/>
          <p:nvPr/>
        </p:nvGrpSpPr>
        <p:grpSpPr>
          <a:xfrm>
            <a:off x="3458690" y="2567481"/>
            <a:ext cx="2124710" cy="1243965"/>
            <a:chOff x="3200273" y="2057273"/>
            <a:chExt cx="2124710" cy="1243965"/>
          </a:xfrm>
        </p:grpSpPr>
        <p:pic>
          <p:nvPicPr>
            <p:cNvPr id="8" name="object 29">
              <a:extLst>
                <a:ext uri="{FF2B5EF4-FFF2-40B4-BE49-F238E27FC236}">
                  <a16:creationId xmlns:a16="http://schemas.microsoft.com/office/drawing/2014/main" id="{8FFF6858-9A20-4797-951F-66B758C1575F}"/>
                </a:ext>
              </a:extLst>
            </p:cNvPr>
            <p:cNvPicPr/>
            <p:nvPr/>
          </p:nvPicPr>
          <p:blipFill>
            <a:blip r:embed="rId2" cstate="print"/>
            <a:stretch>
              <a:fillRect/>
            </a:stretch>
          </p:blipFill>
          <p:spPr>
            <a:xfrm>
              <a:off x="3201162" y="2058162"/>
              <a:ext cx="903732" cy="1242060"/>
            </a:xfrm>
            <a:prstGeom prst="rect">
              <a:avLst/>
            </a:prstGeom>
          </p:spPr>
        </p:pic>
        <p:sp>
          <p:nvSpPr>
            <p:cNvPr id="9" name="object 30">
              <a:extLst>
                <a:ext uri="{FF2B5EF4-FFF2-40B4-BE49-F238E27FC236}">
                  <a16:creationId xmlns:a16="http://schemas.microsoft.com/office/drawing/2014/main" id="{09E2C5D3-3295-45FE-A1EB-6E35F0F94F82}"/>
                </a:ext>
              </a:extLst>
            </p:cNvPr>
            <p:cNvSpPr/>
            <p:nvPr/>
          </p:nvSpPr>
          <p:spPr>
            <a:xfrm>
              <a:off x="3201162" y="2058162"/>
              <a:ext cx="904240" cy="1242060"/>
            </a:xfrm>
            <a:custGeom>
              <a:avLst/>
              <a:gdLst/>
              <a:ahLst/>
              <a:cxnLst/>
              <a:rect l="l" t="t" r="r" b="b"/>
              <a:pathLst>
                <a:path w="904239" h="1242060">
                  <a:moveTo>
                    <a:pt x="903732" y="0"/>
                  </a:moveTo>
                  <a:lnTo>
                    <a:pt x="900557" y="140080"/>
                  </a:lnTo>
                  <a:lnTo>
                    <a:pt x="885063" y="270763"/>
                  </a:lnTo>
                  <a:lnTo>
                    <a:pt x="860043" y="392175"/>
                  </a:lnTo>
                  <a:lnTo>
                    <a:pt x="819530" y="504316"/>
                  </a:lnTo>
                  <a:lnTo>
                    <a:pt x="769747" y="607060"/>
                  </a:lnTo>
                  <a:lnTo>
                    <a:pt x="704341" y="700404"/>
                  </a:lnTo>
                  <a:lnTo>
                    <a:pt x="626363" y="790701"/>
                  </a:lnTo>
                  <a:lnTo>
                    <a:pt x="532891" y="871601"/>
                  </a:lnTo>
                  <a:lnTo>
                    <a:pt x="420750" y="949451"/>
                  </a:lnTo>
                  <a:lnTo>
                    <a:pt x="292988" y="1021079"/>
                  </a:lnTo>
                  <a:lnTo>
                    <a:pt x="292988" y="1242060"/>
                  </a:lnTo>
                  <a:lnTo>
                    <a:pt x="0" y="799973"/>
                  </a:lnTo>
                  <a:lnTo>
                    <a:pt x="292988" y="358013"/>
                  </a:lnTo>
                  <a:lnTo>
                    <a:pt x="292988" y="578992"/>
                  </a:lnTo>
                  <a:lnTo>
                    <a:pt x="348996" y="572770"/>
                  </a:lnTo>
                  <a:lnTo>
                    <a:pt x="411352" y="554101"/>
                  </a:lnTo>
                  <a:lnTo>
                    <a:pt x="476758" y="522986"/>
                  </a:lnTo>
                  <a:lnTo>
                    <a:pt x="542289" y="482473"/>
                  </a:lnTo>
                  <a:lnTo>
                    <a:pt x="610742" y="435863"/>
                  </a:lnTo>
                  <a:lnTo>
                    <a:pt x="673100" y="382904"/>
                  </a:lnTo>
                  <a:lnTo>
                    <a:pt x="735457" y="323723"/>
                  </a:lnTo>
                  <a:lnTo>
                    <a:pt x="788415" y="258317"/>
                  </a:lnTo>
                  <a:lnTo>
                    <a:pt x="835151" y="193039"/>
                  </a:lnTo>
                  <a:lnTo>
                    <a:pt x="869441" y="127635"/>
                  </a:lnTo>
                  <a:lnTo>
                    <a:pt x="894334" y="62229"/>
                  </a:lnTo>
                  <a:lnTo>
                    <a:pt x="900557" y="0"/>
                  </a:lnTo>
                  <a:lnTo>
                    <a:pt x="903732" y="0"/>
                  </a:lnTo>
                  <a:close/>
                </a:path>
              </a:pathLst>
            </a:custGeom>
            <a:ln w="3175">
              <a:solidFill>
                <a:srgbClr val="66FFFF"/>
              </a:solidFill>
            </a:ln>
          </p:spPr>
          <p:txBody>
            <a:bodyPr wrap="square" lIns="0" tIns="0" rIns="0" bIns="0" rtlCol="0"/>
            <a:lstStyle/>
            <a:p>
              <a:endParaRPr/>
            </a:p>
          </p:txBody>
        </p:sp>
        <p:pic>
          <p:nvPicPr>
            <p:cNvPr id="10" name="object 31">
              <a:extLst>
                <a:ext uri="{FF2B5EF4-FFF2-40B4-BE49-F238E27FC236}">
                  <a16:creationId xmlns:a16="http://schemas.microsoft.com/office/drawing/2014/main" id="{6FC9FE74-B766-4955-A613-670A3F173CBA}"/>
                </a:ext>
              </a:extLst>
            </p:cNvPr>
            <p:cNvPicPr/>
            <p:nvPr/>
          </p:nvPicPr>
          <p:blipFill>
            <a:blip r:embed="rId3" cstate="print"/>
            <a:stretch>
              <a:fillRect/>
            </a:stretch>
          </p:blipFill>
          <p:spPr>
            <a:xfrm>
              <a:off x="4420362" y="2058162"/>
              <a:ext cx="903732" cy="1242060"/>
            </a:xfrm>
            <a:prstGeom prst="rect">
              <a:avLst/>
            </a:prstGeom>
          </p:spPr>
        </p:pic>
        <p:sp>
          <p:nvSpPr>
            <p:cNvPr id="11" name="object 32">
              <a:extLst>
                <a:ext uri="{FF2B5EF4-FFF2-40B4-BE49-F238E27FC236}">
                  <a16:creationId xmlns:a16="http://schemas.microsoft.com/office/drawing/2014/main" id="{F0A6F351-1706-4F8D-AD7B-51C38BC82DD4}"/>
                </a:ext>
              </a:extLst>
            </p:cNvPr>
            <p:cNvSpPr/>
            <p:nvPr/>
          </p:nvSpPr>
          <p:spPr>
            <a:xfrm>
              <a:off x="4420362" y="2058162"/>
              <a:ext cx="904240" cy="1242060"/>
            </a:xfrm>
            <a:custGeom>
              <a:avLst/>
              <a:gdLst/>
              <a:ahLst/>
              <a:cxnLst/>
              <a:rect l="l" t="t" r="r" b="b"/>
              <a:pathLst>
                <a:path w="904239" h="1242060">
                  <a:moveTo>
                    <a:pt x="0" y="0"/>
                  </a:moveTo>
                  <a:lnTo>
                    <a:pt x="3175" y="140080"/>
                  </a:lnTo>
                  <a:lnTo>
                    <a:pt x="18668" y="270763"/>
                  </a:lnTo>
                  <a:lnTo>
                    <a:pt x="43687" y="392175"/>
                  </a:lnTo>
                  <a:lnTo>
                    <a:pt x="84200" y="504316"/>
                  </a:lnTo>
                  <a:lnTo>
                    <a:pt x="133985" y="607060"/>
                  </a:lnTo>
                  <a:lnTo>
                    <a:pt x="199389" y="700404"/>
                  </a:lnTo>
                  <a:lnTo>
                    <a:pt x="277367" y="790701"/>
                  </a:lnTo>
                  <a:lnTo>
                    <a:pt x="370839" y="871601"/>
                  </a:lnTo>
                  <a:lnTo>
                    <a:pt x="482980" y="949451"/>
                  </a:lnTo>
                  <a:lnTo>
                    <a:pt x="610742" y="1021079"/>
                  </a:lnTo>
                  <a:lnTo>
                    <a:pt x="610742" y="1242060"/>
                  </a:lnTo>
                  <a:lnTo>
                    <a:pt x="903732" y="799973"/>
                  </a:lnTo>
                  <a:lnTo>
                    <a:pt x="610742" y="358013"/>
                  </a:lnTo>
                  <a:lnTo>
                    <a:pt x="610742" y="578992"/>
                  </a:lnTo>
                  <a:lnTo>
                    <a:pt x="554736" y="572770"/>
                  </a:lnTo>
                  <a:lnTo>
                    <a:pt x="492378" y="554101"/>
                  </a:lnTo>
                  <a:lnTo>
                    <a:pt x="426974" y="522986"/>
                  </a:lnTo>
                  <a:lnTo>
                    <a:pt x="361441" y="482473"/>
                  </a:lnTo>
                  <a:lnTo>
                    <a:pt x="292988" y="435863"/>
                  </a:lnTo>
                  <a:lnTo>
                    <a:pt x="230632" y="382904"/>
                  </a:lnTo>
                  <a:lnTo>
                    <a:pt x="168275" y="323723"/>
                  </a:lnTo>
                  <a:lnTo>
                    <a:pt x="115315" y="258317"/>
                  </a:lnTo>
                  <a:lnTo>
                    <a:pt x="68579" y="193039"/>
                  </a:lnTo>
                  <a:lnTo>
                    <a:pt x="34289" y="127635"/>
                  </a:lnTo>
                  <a:lnTo>
                    <a:pt x="9398" y="62229"/>
                  </a:lnTo>
                  <a:lnTo>
                    <a:pt x="3175" y="0"/>
                  </a:lnTo>
                  <a:lnTo>
                    <a:pt x="0" y="0"/>
                  </a:lnTo>
                  <a:close/>
                </a:path>
              </a:pathLst>
            </a:custGeom>
            <a:ln w="3175">
              <a:solidFill>
                <a:srgbClr val="FF0000"/>
              </a:solidFill>
            </a:ln>
          </p:spPr>
          <p:txBody>
            <a:bodyPr wrap="square" lIns="0" tIns="0" rIns="0" bIns="0" rtlCol="0"/>
            <a:lstStyle/>
            <a:p>
              <a:endParaRPr/>
            </a:p>
          </p:txBody>
        </p:sp>
      </p:grpSp>
      <p:sp>
        <p:nvSpPr>
          <p:cNvPr id="3" name="Oval 2">
            <a:extLst>
              <a:ext uri="{FF2B5EF4-FFF2-40B4-BE49-F238E27FC236}">
                <a16:creationId xmlns:a16="http://schemas.microsoft.com/office/drawing/2014/main" id="{573BD0AB-0B2D-4F0B-AB99-C44C39215EE4}"/>
              </a:ext>
            </a:extLst>
          </p:cNvPr>
          <p:cNvSpPr/>
          <p:nvPr/>
        </p:nvSpPr>
        <p:spPr>
          <a:xfrm>
            <a:off x="1597916" y="3617614"/>
            <a:ext cx="2698140" cy="1599770"/>
          </a:xfrm>
          <a:prstGeom prst="ellipse">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61E8576-3290-4091-819B-13B719C3E19D}"/>
              </a:ext>
            </a:extLst>
          </p:cNvPr>
          <p:cNvSpPr txBox="1"/>
          <p:nvPr/>
        </p:nvSpPr>
        <p:spPr>
          <a:xfrm>
            <a:off x="1956947" y="4002001"/>
            <a:ext cx="1828800" cy="83099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PHI</a:t>
            </a:r>
          </a:p>
          <a:p>
            <a:pPr algn="ctr"/>
            <a:r>
              <a:rPr lang="en-US" sz="2400" b="1" dirty="0">
                <a:latin typeface="Times New Roman" panose="02020603050405020304" pitchFamily="18" charset="0"/>
                <a:cs typeface="Times New Roman" panose="02020603050405020304" pitchFamily="18" charset="0"/>
              </a:rPr>
              <a:t>MÁC - XÍT</a:t>
            </a:r>
          </a:p>
        </p:txBody>
      </p:sp>
      <p:sp>
        <p:nvSpPr>
          <p:cNvPr id="27" name="Oval 26">
            <a:extLst>
              <a:ext uri="{FF2B5EF4-FFF2-40B4-BE49-F238E27FC236}">
                <a16:creationId xmlns:a16="http://schemas.microsoft.com/office/drawing/2014/main" id="{CF267C3C-EECC-400D-98DF-454942256D44}"/>
              </a:ext>
            </a:extLst>
          </p:cNvPr>
          <p:cNvSpPr/>
          <p:nvPr/>
        </p:nvSpPr>
        <p:spPr>
          <a:xfrm>
            <a:off x="4875904" y="3703157"/>
            <a:ext cx="2698140" cy="1599770"/>
          </a:xfrm>
          <a:prstGeom prst="ellipse">
            <a:avLst/>
          </a:prstGeom>
          <a:solidFill>
            <a:srgbClr val="92D050"/>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6B867DC-4C49-4996-A0E0-30E189F9DD5F}"/>
              </a:ext>
            </a:extLst>
          </p:cNvPr>
          <p:cNvSpPr txBox="1"/>
          <p:nvPr/>
        </p:nvSpPr>
        <p:spPr>
          <a:xfrm>
            <a:off x="5446502" y="4026494"/>
            <a:ext cx="1944897" cy="83099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MÁC - LÊNIN</a:t>
            </a:r>
          </a:p>
        </p:txBody>
      </p:sp>
    </p:spTree>
    <p:extLst>
      <p:ext uri="{BB962C8B-B14F-4D97-AF65-F5344CB8AC3E}">
        <p14:creationId xmlns:p14="http://schemas.microsoft.com/office/powerpoint/2010/main" val="3739916088"/>
      </p:ext>
    </p:extLst>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AECB541-0A9B-4DB4-BC0F-CF9B1484139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28D272DE-3734-4062-BF54-4C4EB0035103}"/>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sp>
        <p:nvSpPr>
          <p:cNvPr id="6" name="object 8">
            <a:extLst>
              <a:ext uri="{FF2B5EF4-FFF2-40B4-BE49-F238E27FC236}">
                <a16:creationId xmlns:a16="http://schemas.microsoft.com/office/drawing/2014/main" id="{470A6D92-8B16-427A-91EC-49B003E4FD0B}"/>
              </a:ext>
            </a:extLst>
          </p:cNvPr>
          <p:cNvSpPr txBox="1">
            <a:spLocks/>
          </p:cNvSpPr>
          <p:nvPr/>
        </p:nvSpPr>
        <p:spPr bwMode="auto">
          <a:xfrm>
            <a:off x="1676400" y="1960465"/>
            <a:ext cx="5514070" cy="577722"/>
          </a:xfrm>
          <a:prstGeom prst="rect">
            <a:avLst/>
          </a:prstGeom>
          <a:solidFill>
            <a:srgbClr val="FFFF00"/>
          </a:solidFill>
          <a:ln w="9144">
            <a:solidFill>
              <a:srgbClr val="000000"/>
            </a:solidFill>
            <a:miter lim="800000"/>
            <a:headEnd/>
            <a:tailEnd/>
          </a:ln>
        </p:spPr>
        <p:txBody>
          <a:bodyPr vert="horz" wrap="square" lIns="0" tIns="114935"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905">
              <a:spcBef>
                <a:spcPts val="600"/>
              </a:spcBef>
              <a:spcAft>
                <a:spcPts val="600"/>
              </a:spcAft>
            </a:pPr>
            <a:r>
              <a:rPr lang="en-US" sz="3000" b="1" kern="0" dirty="0" err="1">
                <a:latin typeface="Times New Roman" panose="02020603050405020304" pitchFamily="18" charset="0"/>
                <a:cs typeface="Times New Roman" panose="02020603050405020304" pitchFamily="18" charset="0"/>
              </a:rPr>
              <a:t>Các</a:t>
            </a:r>
            <a:r>
              <a:rPr lang="en-US" sz="3000" b="1" kern="0" spc="-40" dirty="0">
                <a:latin typeface="Times New Roman" panose="02020603050405020304" pitchFamily="18" charset="0"/>
                <a:cs typeface="Times New Roman" panose="02020603050405020304" pitchFamily="18" charset="0"/>
              </a:rPr>
              <a:t> </a:t>
            </a:r>
            <a:r>
              <a:rPr lang="en-US" sz="3000" b="1" kern="0" dirty="0" err="1">
                <a:latin typeface="Times New Roman" panose="02020603050405020304" pitchFamily="18" charset="0"/>
                <a:cs typeface="Times New Roman" panose="02020603050405020304" pitchFamily="18" charset="0"/>
              </a:rPr>
              <a:t>quan</a:t>
            </a:r>
            <a:r>
              <a:rPr lang="en-US" sz="3000" b="1" kern="0" spc="-40" dirty="0">
                <a:latin typeface="Times New Roman" panose="02020603050405020304" pitchFamily="18" charset="0"/>
                <a:cs typeface="Times New Roman" panose="02020603050405020304" pitchFamily="18" charset="0"/>
              </a:rPr>
              <a:t> </a:t>
            </a:r>
            <a:r>
              <a:rPr lang="en-US" sz="3000" b="1" kern="0" dirty="0" err="1">
                <a:latin typeface="Times New Roman" panose="02020603050405020304" pitchFamily="18" charset="0"/>
                <a:cs typeface="Times New Roman" panose="02020603050405020304" pitchFamily="18" charset="0"/>
              </a:rPr>
              <a:t>điểm</a:t>
            </a:r>
            <a:r>
              <a:rPr lang="en-US" sz="3000" b="1" kern="0" spc="-15" dirty="0">
                <a:latin typeface="Times New Roman" panose="02020603050405020304" pitchFamily="18" charset="0"/>
                <a:cs typeface="Times New Roman" panose="02020603050405020304" pitchFamily="18" charset="0"/>
              </a:rPr>
              <a:t> </a:t>
            </a:r>
            <a:r>
              <a:rPr lang="en-US" sz="3000" b="1" kern="0" dirty="0">
                <a:latin typeface="Times New Roman" panose="02020603050405020304" pitchFamily="18" charset="0"/>
                <a:cs typeface="Times New Roman" panose="02020603050405020304" pitchFamily="18" charset="0"/>
              </a:rPr>
              <a:t>phi</a:t>
            </a:r>
            <a:r>
              <a:rPr lang="en-US" sz="3000" b="1" kern="0" spc="-30" dirty="0">
                <a:latin typeface="Times New Roman" panose="02020603050405020304" pitchFamily="18" charset="0"/>
                <a:cs typeface="Times New Roman" panose="02020603050405020304" pitchFamily="18" charset="0"/>
              </a:rPr>
              <a:t> </a:t>
            </a:r>
            <a:r>
              <a:rPr lang="en-US" sz="3000" b="1" kern="0" spc="-10" dirty="0" err="1">
                <a:latin typeface="Times New Roman" panose="02020603050405020304" pitchFamily="18" charset="0"/>
                <a:cs typeface="Times New Roman" panose="02020603050405020304" pitchFamily="18" charset="0"/>
              </a:rPr>
              <a:t>Mác-</a:t>
            </a:r>
            <a:r>
              <a:rPr lang="en-US" sz="3000" b="1" kern="0" spc="-25" dirty="0" err="1">
                <a:latin typeface="Times New Roman" panose="02020603050405020304" pitchFamily="18" charset="0"/>
                <a:cs typeface="Times New Roman" panose="02020603050405020304" pitchFamily="18" charset="0"/>
              </a:rPr>
              <a:t>xít</a:t>
            </a:r>
            <a:endParaRPr lang="en-US" sz="3000" b="1" kern="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197B34F-B816-4C0E-BB39-517F4FFF1934}"/>
              </a:ext>
            </a:extLst>
          </p:cNvPr>
          <p:cNvSpPr txBox="1"/>
          <p:nvPr/>
        </p:nvSpPr>
        <p:spPr>
          <a:xfrm>
            <a:off x="1676400" y="3075781"/>
            <a:ext cx="2089486" cy="83099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defRPr/>
            </a:pP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endParaRPr 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5F87CB-F695-4E79-A005-AB2A3D30ACC7}"/>
              </a:ext>
            </a:extLst>
          </p:cNvPr>
          <p:cNvSpPr txBox="1"/>
          <p:nvPr/>
        </p:nvSpPr>
        <p:spPr>
          <a:xfrm>
            <a:off x="1676400" y="4448896"/>
            <a:ext cx="2089485" cy="83099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defRPr/>
            </a:pP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trưởng</a:t>
            </a:r>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A8CB4CD-A736-47FB-9C1C-85B9C54F9FB0}"/>
              </a:ext>
            </a:extLst>
          </p:cNvPr>
          <p:cNvSpPr txBox="1"/>
          <p:nvPr/>
        </p:nvSpPr>
        <p:spPr>
          <a:xfrm>
            <a:off x="5088408" y="3075781"/>
            <a:ext cx="2089486" cy="83099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defRPr/>
            </a:pP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endParaRPr lang="en-US" sz="24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7F84679-AD0E-4EB2-B610-6BC152DCD2F4}"/>
              </a:ext>
            </a:extLst>
          </p:cNvPr>
          <p:cNvSpPr/>
          <p:nvPr/>
        </p:nvSpPr>
        <p:spPr>
          <a:xfrm>
            <a:off x="5088408" y="4448896"/>
            <a:ext cx="2089485" cy="83099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lực</a:t>
            </a:r>
            <a:r>
              <a:rPr lang="en-US" sz="2400" dirty="0">
                <a:latin typeface="Times New Roman" panose="02020603050405020304" pitchFamily="18" charset="0"/>
                <a:cs typeface="Times New Roman" panose="02020603050405020304" pitchFamily="18" charset="0"/>
              </a:rPr>
              <a:t> </a:t>
            </a:r>
          </a:p>
          <a:p>
            <a:pPr algn="ctr"/>
            <a:endParaRPr lang="en-US" sz="2400" dirty="0">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4E5B3211-A750-4326-AE4F-891315F4C9DF}"/>
              </a:ext>
            </a:extLst>
          </p:cNvPr>
          <p:cNvCxnSpPr>
            <a:cxnSpLocks/>
            <a:stCxn id="6" idx="2"/>
          </p:cNvCxnSpPr>
          <p:nvPr/>
        </p:nvCxnSpPr>
        <p:spPr>
          <a:xfrm>
            <a:off x="4433435" y="2538187"/>
            <a:ext cx="0" cy="2491013"/>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F6360FA8-125C-4C53-A006-564E234CDCE9}"/>
              </a:ext>
            </a:extLst>
          </p:cNvPr>
          <p:cNvCxnSpPr/>
          <p:nvPr/>
        </p:nvCxnSpPr>
        <p:spPr>
          <a:xfrm>
            <a:off x="4433435" y="3465095"/>
            <a:ext cx="65497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9A9618C-3632-42E2-B476-F0ED088E7E38}"/>
              </a:ext>
            </a:extLst>
          </p:cNvPr>
          <p:cNvCxnSpPr/>
          <p:nvPr/>
        </p:nvCxnSpPr>
        <p:spPr>
          <a:xfrm>
            <a:off x="4433435" y="5029200"/>
            <a:ext cx="65497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49B02E2-839E-42BD-BB84-75ECB156DCE2}"/>
              </a:ext>
            </a:extLst>
          </p:cNvPr>
          <p:cNvCxnSpPr/>
          <p:nvPr/>
        </p:nvCxnSpPr>
        <p:spPr>
          <a:xfrm flipH="1">
            <a:off x="3765885" y="5029200"/>
            <a:ext cx="6675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4190AAA-1E75-44DE-87F3-CFF6783B6AE8}"/>
              </a:ext>
            </a:extLst>
          </p:cNvPr>
          <p:cNvCxnSpPr/>
          <p:nvPr/>
        </p:nvCxnSpPr>
        <p:spPr>
          <a:xfrm flipH="1">
            <a:off x="3765885" y="3465095"/>
            <a:ext cx="6675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8446981"/>
      </p:ext>
    </p:extLst>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46585B9-4AFB-42D7-9B84-DA40EA8C0EE8}"/>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1E7DD4D3-C31A-490A-95B5-42B76AB7F0E4}"/>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pic>
        <p:nvPicPr>
          <p:cNvPr id="6" name="Picture 11">
            <a:extLst>
              <a:ext uri="{FF2B5EF4-FFF2-40B4-BE49-F238E27FC236}">
                <a16:creationId xmlns:a16="http://schemas.microsoft.com/office/drawing/2014/main" id="{A8A017C9-CC97-4466-9802-6E7D16483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229" y="3657600"/>
            <a:ext cx="2516981"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loud 7">
            <a:extLst>
              <a:ext uri="{FF2B5EF4-FFF2-40B4-BE49-F238E27FC236}">
                <a16:creationId xmlns:a16="http://schemas.microsoft.com/office/drawing/2014/main" id="{A8C93BB8-9EFD-4608-A8B5-44B1E2B4D5E2}"/>
              </a:ext>
            </a:extLst>
          </p:cNvPr>
          <p:cNvSpPr/>
          <p:nvPr/>
        </p:nvSpPr>
        <p:spPr>
          <a:xfrm>
            <a:off x="823038" y="1920967"/>
            <a:ext cx="3448173" cy="1371600"/>
          </a:xfrm>
          <a:prstGeom prst="cloud">
            <a:avLst/>
          </a:prstGeom>
          <a:solidFill>
            <a:srgbClr val="FFC000"/>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b="1" dirty="0">
                <a:solidFill>
                  <a:srgbClr val="000099"/>
                </a:solidFill>
              </a:rPr>
              <a:t>THUYẾT THẦN HỌC</a:t>
            </a:r>
          </a:p>
        </p:txBody>
      </p:sp>
      <p:sp>
        <p:nvSpPr>
          <p:cNvPr id="9" name="TextBox 11">
            <a:extLst>
              <a:ext uri="{FF2B5EF4-FFF2-40B4-BE49-F238E27FC236}">
                <a16:creationId xmlns:a16="http://schemas.microsoft.com/office/drawing/2014/main" id="{F998F097-E09D-4D66-A13E-218E3010157E}"/>
              </a:ext>
            </a:extLst>
          </p:cNvPr>
          <p:cNvSpPr txBox="1">
            <a:spLocks noChangeArrowheads="1"/>
          </p:cNvSpPr>
          <p:nvPr/>
        </p:nvSpPr>
        <p:spPr bwMode="auto">
          <a:xfrm>
            <a:off x="4267200" y="3460194"/>
            <a:ext cx="4175304"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marL="342900" indent="-342900">
              <a:lnSpc>
                <a:spcPct val="100000"/>
              </a:lnSpc>
              <a:spcBef>
                <a:spcPts val="1200"/>
              </a:spcBef>
              <a:spcAft>
                <a:spcPts val="600"/>
              </a:spcAft>
              <a:buClrTx/>
              <a:buSzTx/>
              <a:buFont typeface="Wingdings" panose="05000000000000000000" pitchFamily="2" charset="2"/>
              <a:buChar char="à"/>
            </a:pPr>
            <a:r>
              <a:rPr lang="en-US" altLang="en-US" b="1" dirty="0">
                <a:solidFill>
                  <a:srgbClr val="000099"/>
                </a:solidFill>
                <a:latin typeface="Times New Roman" panose="02020603050405020304" pitchFamily="18" charset="0"/>
                <a:cs typeface="Times New Roman" panose="02020603050405020304" pitchFamily="18" charset="0"/>
              </a:rPr>
              <a:t>NHÀ NƯỚC LÀ LỰC LƯỢNG SIÊU NHIÊN​</a:t>
            </a:r>
          </a:p>
          <a:p>
            <a:pPr marL="342900" indent="-342900">
              <a:lnSpc>
                <a:spcPct val="100000"/>
              </a:lnSpc>
              <a:spcBef>
                <a:spcPts val="1200"/>
              </a:spcBef>
              <a:spcAft>
                <a:spcPts val="600"/>
              </a:spcAft>
              <a:buClrTx/>
              <a:buSzTx/>
              <a:buFont typeface="Wingdings" panose="05000000000000000000" pitchFamily="2" charset="2"/>
              <a:buChar char="à"/>
            </a:pPr>
            <a:r>
              <a:rPr lang="en-US" altLang="en-US" b="1" dirty="0">
                <a:solidFill>
                  <a:srgbClr val="000099"/>
                </a:solidFill>
                <a:latin typeface="Times New Roman" panose="02020603050405020304" pitchFamily="18" charset="0"/>
                <a:cs typeface="Times New Roman" panose="02020603050405020304" pitchFamily="18" charset="0"/>
              </a:rPr>
              <a:t>NHÀ NƯỚC DO THƯỢNG ĐẾ SÁNG TẠO RA​</a:t>
            </a:r>
          </a:p>
          <a:p>
            <a:pPr marL="342900" indent="-342900">
              <a:lnSpc>
                <a:spcPct val="100000"/>
              </a:lnSpc>
              <a:spcBef>
                <a:spcPts val="1200"/>
              </a:spcBef>
              <a:spcAft>
                <a:spcPts val="600"/>
              </a:spcAft>
              <a:buClrTx/>
              <a:buSzTx/>
              <a:buFont typeface="Wingdings" panose="05000000000000000000" pitchFamily="2" charset="2"/>
              <a:buChar char="à"/>
            </a:pPr>
            <a:r>
              <a:rPr lang="en-US" altLang="en-US" b="1" dirty="0">
                <a:solidFill>
                  <a:srgbClr val="000099"/>
                </a:solidFill>
                <a:latin typeface="Times New Roman" panose="02020603050405020304" pitchFamily="18" charset="0"/>
                <a:cs typeface="Times New Roman" panose="02020603050405020304" pitchFamily="18" charset="0"/>
              </a:rPr>
              <a:t>NHÀ NƯỚC LÀ VĨNH CỬU​</a:t>
            </a:r>
          </a:p>
        </p:txBody>
      </p:sp>
    </p:spTree>
    <p:extLst>
      <p:ext uri="{BB962C8B-B14F-4D97-AF65-F5344CB8AC3E}">
        <p14:creationId xmlns:p14="http://schemas.microsoft.com/office/powerpoint/2010/main" val="173777089"/>
      </p:ext>
    </p:extLst>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BCE0BF4-9839-460E-90AB-EADAA4774EA8}"/>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E0609233-0D8E-4A85-978D-566CF609B6B0}"/>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pic>
        <p:nvPicPr>
          <p:cNvPr id="6" name="Picture 2" descr="Gia trưởng là gì? Tại sao đàn ông lại có tính gia trưởng?">
            <a:extLst>
              <a:ext uri="{FF2B5EF4-FFF2-40B4-BE49-F238E27FC236}">
                <a16:creationId xmlns:a16="http://schemas.microsoft.com/office/drawing/2014/main" id="{1248ECC4-EB50-4778-840C-87BE9B40A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057400"/>
            <a:ext cx="36576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3">
            <a:extLst>
              <a:ext uri="{FF2B5EF4-FFF2-40B4-BE49-F238E27FC236}">
                <a16:creationId xmlns:a16="http://schemas.microsoft.com/office/drawing/2014/main" id="{AA75C5FE-0B66-43F2-8598-E4277DA9CD8A}"/>
              </a:ext>
            </a:extLst>
          </p:cNvPr>
          <p:cNvSpPr txBox="1">
            <a:spLocks noRot="1" noChangeArrowheads="1"/>
          </p:cNvSpPr>
          <p:nvPr/>
        </p:nvSpPr>
        <p:spPr bwMode="auto">
          <a:xfrm>
            <a:off x="657542" y="2084522"/>
            <a:ext cx="3470275" cy="533400"/>
          </a:xfrm>
          <a:prstGeom prst="rect">
            <a:avLst/>
          </a:prstGeom>
          <a:solidFill>
            <a:schemeClr val="accent2">
              <a:lumMod val="40000"/>
              <a:lumOff val="60000"/>
            </a:schemeClr>
          </a:solidFill>
          <a:ln w="9525">
            <a:noFill/>
            <a:miter lim="800000"/>
            <a:headEnd/>
            <a:tailEnd/>
          </a:ln>
        </p:spPr>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marL="0" indent="0" algn="ctr" rtl="0" eaLnBrk="0" fontAlgn="base" hangingPunct="0">
              <a:spcBef>
                <a:spcPct val="0"/>
              </a:spcBef>
              <a:spcAft>
                <a:spcPct val="0"/>
              </a:spcAft>
              <a:buNone/>
              <a:defRPr sz="2400">
                <a:solidFill>
                  <a:srgbClr val="000000"/>
                </a:solidFill>
                <a:latin typeface="Arial"/>
                <a:ea typeface="MS PGothic" pitchFamily="34" charset="-128"/>
                <a:cs typeface="Arial"/>
                <a:sym typeface="Arial" pitchFamily="34" charset="0"/>
              </a:defRPr>
            </a:lvl1pPr>
            <a:lvl2pPr marL="457200" lvl="1" indent="0" algn="ctr" rtl="0" eaLnBrk="0" fontAlgn="base" hangingPunct="0">
              <a:spcBef>
                <a:spcPct val="0"/>
              </a:spcBef>
              <a:spcAft>
                <a:spcPct val="0"/>
              </a:spcAft>
              <a:buNone/>
              <a:defRPr sz="2000">
                <a:solidFill>
                  <a:srgbClr val="000000"/>
                </a:solidFill>
                <a:latin typeface="Arial"/>
                <a:ea typeface="Arial"/>
                <a:cs typeface="Arial"/>
                <a:sym typeface="Arial" pitchFamily="34" charset="0"/>
              </a:defRPr>
            </a:lvl2pPr>
            <a:lvl3pPr marL="914400" lvl="2" indent="0" algn="ctr" rtl="0" eaLnBrk="0" fontAlgn="base" hangingPunct="0">
              <a:spcBef>
                <a:spcPct val="0"/>
              </a:spcBef>
              <a:spcAft>
                <a:spcPct val="0"/>
              </a:spcAft>
              <a:buNone/>
              <a:defRPr sz="1800">
                <a:solidFill>
                  <a:srgbClr val="000000"/>
                </a:solidFill>
                <a:latin typeface="Arial"/>
                <a:ea typeface="Arial"/>
                <a:cs typeface="Arial"/>
                <a:sym typeface="Arial" pitchFamily="34" charset="0"/>
              </a:defRPr>
            </a:lvl3pPr>
            <a:lvl4pPr marL="1371600" lvl="3"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4pPr>
            <a:lvl5pPr marL="1828800" lvl="4"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5pPr>
            <a:lvl6pPr marL="2286000" marR="0" lvl="5"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6pPr>
            <a:lvl7pPr marL="2743200" marR="0" lvl="6"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7pPr>
            <a:lvl8pPr marL="3200400" marR="0" lvl="7"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8pPr>
            <a:lvl9pPr marL="3657600" marR="0" lvl="8"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9pPr>
          </a:lstStyle>
          <a:p>
            <a:pPr eaLnBrk="1" hangingPunct="1">
              <a:buFont typeface="Wingdings" panose="05000000000000000000" pitchFamily="2" charset="2"/>
              <a:buNone/>
            </a:pPr>
            <a:r>
              <a:rPr lang="en-US" altLang="en-US" sz="2200" b="1" kern="0" dirty="0">
                <a:solidFill>
                  <a:srgbClr val="FF3399"/>
                </a:solidFill>
                <a:latin typeface="Arial" panose="020B0604020202020204" pitchFamily="34" charset="0"/>
                <a:cs typeface="Arial" panose="020B0604020202020204" pitchFamily="34" charset="0"/>
              </a:rPr>
              <a:t>THUYẾT GIA TRƯỞNG</a:t>
            </a:r>
          </a:p>
        </p:txBody>
      </p:sp>
      <p:sp>
        <p:nvSpPr>
          <p:cNvPr id="25" name="TextBox 11">
            <a:extLst>
              <a:ext uri="{FF2B5EF4-FFF2-40B4-BE49-F238E27FC236}">
                <a16:creationId xmlns:a16="http://schemas.microsoft.com/office/drawing/2014/main" id="{C2670F42-BD91-4D20-9E8C-3586DF1A5E3F}"/>
              </a:ext>
            </a:extLst>
          </p:cNvPr>
          <p:cNvSpPr txBox="1">
            <a:spLocks noChangeArrowheads="1"/>
          </p:cNvSpPr>
          <p:nvPr/>
        </p:nvSpPr>
        <p:spPr bwMode="auto">
          <a:xfrm>
            <a:off x="716279" y="3106459"/>
            <a:ext cx="3352800"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marL="342900" indent="-342900" algn="just">
              <a:lnSpc>
                <a:spcPct val="100000"/>
              </a:lnSpc>
              <a:spcBef>
                <a:spcPts val="600"/>
              </a:spcBef>
              <a:spcAft>
                <a:spcPts val="600"/>
              </a:spcAft>
              <a:buClrTx/>
              <a:buSzTx/>
            </a:pPr>
            <a:r>
              <a:rPr lang="vi-VN" altLang="en-US" sz="2400" dirty="0">
                <a:solidFill>
                  <a:srgbClr val="000099"/>
                </a:solidFill>
                <a:latin typeface="+mj-lt"/>
                <a:cs typeface="Calibri" panose="020F0502020204030204" pitchFamily="34" charset="0"/>
              </a:rPr>
              <a:t>Nhà nước là kết quả sự phát triển của gia đình</a:t>
            </a:r>
            <a:r>
              <a:rPr lang="en-US" altLang="en-US" sz="2400" dirty="0">
                <a:solidFill>
                  <a:srgbClr val="000099"/>
                </a:solidFill>
                <a:latin typeface="+mj-lt"/>
                <a:cs typeface="Calibri" panose="020F0502020204030204" pitchFamily="34" charset="0"/>
              </a:rPr>
              <a:t>.</a:t>
            </a:r>
            <a:r>
              <a:rPr lang="vi-VN" altLang="en-US" sz="2400" dirty="0">
                <a:solidFill>
                  <a:srgbClr val="000099"/>
                </a:solidFill>
                <a:latin typeface="+mj-lt"/>
                <a:cs typeface="Calibri" panose="020F0502020204030204" pitchFamily="34" charset="0"/>
              </a:rPr>
              <a:t>​</a:t>
            </a:r>
          </a:p>
          <a:p>
            <a:pPr marL="342900" indent="-342900" algn="just">
              <a:lnSpc>
                <a:spcPct val="100000"/>
              </a:lnSpc>
              <a:spcBef>
                <a:spcPts val="600"/>
              </a:spcBef>
              <a:spcAft>
                <a:spcPts val="600"/>
              </a:spcAft>
              <a:buClrTx/>
              <a:buSzTx/>
            </a:pPr>
            <a:r>
              <a:rPr lang="vi-VN" altLang="en-US" sz="2400" dirty="0">
                <a:solidFill>
                  <a:srgbClr val="000099"/>
                </a:solidFill>
                <a:latin typeface="+mj-lt"/>
                <a:cs typeface="Calibri" panose="020F0502020204030204" pitchFamily="34" charset="0"/>
              </a:rPr>
              <a:t>Quyền lực Nhà nước giống quyền của người đứng đầu gia đình</a:t>
            </a:r>
            <a:r>
              <a:rPr lang="en-US" altLang="en-US" sz="2400" dirty="0">
                <a:solidFill>
                  <a:srgbClr val="000099"/>
                </a:solidFill>
                <a:latin typeface="+mj-lt"/>
                <a:cs typeface="Calibri" panose="020F0502020204030204" pitchFamily="34" charset="0"/>
              </a:rPr>
              <a:t>.</a:t>
            </a:r>
          </a:p>
        </p:txBody>
      </p:sp>
    </p:spTree>
    <p:extLst>
      <p:ext uri="{BB962C8B-B14F-4D97-AF65-F5344CB8AC3E}">
        <p14:creationId xmlns:p14="http://schemas.microsoft.com/office/powerpoint/2010/main" val="3296505806"/>
      </p:ext>
    </p:extLst>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87F4622-4CF3-454A-B7E6-53D2B1FF56B5}"/>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402618B8-2CFD-43E9-889C-D3BAF945C0EB}"/>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sp>
        <p:nvSpPr>
          <p:cNvPr id="6" name="Rectangle 3">
            <a:extLst>
              <a:ext uri="{FF2B5EF4-FFF2-40B4-BE49-F238E27FC236}">
                <a16:creationId xmlns:a16="http://schemas.microsoft.com/office/drawing/2014/main" id="{09262FD1-A3EB-4E31-91B3-B0DB0ABC97F6}"/>
              </a:ext>
            </a:extLst>
          </p:cNvPr>
          <p:cNvSpPr txBox="1">
            <a:spLocks noRot="1" noChangeArrowheads="1"/>
          </p:cNvSpPr>
          <p:nvPr/>
        </p:nvSpPr>
        <p:spPr bwMode="auto">
          <a:xfrm>
            <a:off x="2286000" y="1828800"/>
            <a:ext cx="3886200" cy="533400"/>
          </a:xfrm>
          <a:prstGeom prst="rect">
            <a:avLst/>
          </a:prstGeom>
          <a:solidFill>
            <a:schemeClr val="accent5">
              <a:lumMod val="40000"/>
              <a:lumOff val="60000"/>
            </a:schemeClr>
          </a:solidFill>
          <a:ln w="9525">
            <a:noFill/>
            <a:miter lim="800000"/>
            <a:headEnd/>
            <a:tailEnd/>
          </a:ln>
        </p:spPr>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marL="0" indent="0" algn="ctr" rtl="0" eaLnBrk="0" fontAlgn="base" hangingPunct="0">
              <a:spcBef>
                <a:spcPct val="0"/>
              </a:spcBef>
              <a:spcAft>
                <a:spcPct val="0"/>
              </a:spcAft>
              <a:buNone/>
              <a:defRPr sz="2400">
                <a:solidFill>
                  <a:srgbClr val="000000"/>
                </a:solidFill>
                <a:latin typeface="Arial"/>
                <a:ea typeface="MS PGothic" pitchFamily="34" charset="-128"/>
                <a:cs typeface="Arial"/>
                <a:sym typeface="Arial" pitchFamily="34" charset="0"/>
              </a:defRPr>
            </a:lvl1pPr>
            <a:lvl2pPr marL="457200" lvl="1" indent="0" algn="ctr" rtl="0" eaLnBrk="0" fontAlgn="base" hangingPunct="0">
              <a:spcBef>
                <a:spcPct val="0"/>
              </a:spcBef>
              <a:spcAft>
                <a:spcPct val="0"/>
              </a:spcAft>
              <a:buNone/>
              <a:defRPr sz="2000">
                <a:solidFill>
                  <a:srgbClr val="000000"/>
                </a:solidFill>
                <a:latin typeface="Arial"/>
                <a:ea typeface="Arial"/>
                <a:cs typeface="Arial"/>
                <a:sym typeface="Arial" pitchFamily="34" charset="0"/>
              </a:defRPr>
            </a:lvl2pPr>
            <a:lvl3pPr marL="914400" lvl="2" indent="0" algn="ctr" rtl="0" eaLnBrk="0" fontAlgn="base" hangingPunct="0">
              <a:spcBef>
                <a:spcPct val="0"/>
              </a:spcBef>
              <a:spcAft>
                <a:spcPct val="0"/>
              </a:spcAft>
              <a:buNone/>
              <a:defRPr sz="1800">
                <a:solidFill>
                  <a:srgbClr val="000000"/>
                </a:solidFill>
                <a:latin typeface="Arial"/>
                <a:ea typeface="Arial"/>
                <a:cs typeface="Arial"/>
                <a:sym typeface="Arial" pitchFamily="34" charset="0"/>
              </a:defRPr>
            </a:lvl3pPr>
            <a:lvl4pPr marL="1371600" lvl="3"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4pPr>
            <a:lvl5pPr marL="1828800" lvl="4"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5pPr>
            <a:lvl6pPr marL="2286000" marR="0" lvl="5"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6pPr>
            <a:lvl7pPr marL="2743200" marR="0" lvl="6"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7pPr>
            <a:lvl8pPr marL="3200400" marR="0" lvl="7"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8pPr>
            <a:lvl9pPr marL="3657600" marR="0" lvl="8"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9pPr>
          </a:lstStyle>
          <a:p>
            <a:pPr eaLnBrk="1" hangingPunct="1">
              <a:buFont typeface="Wingdings" panose="05000000000000000000" pitchFamily="2" charset="2"/>
              <a:buNone/>
            </a:pPr>
            <a:r>
              <a:rPr lang="en-US" altLang="en-US" sz="2000" b="1" kern="0" dirty="0">
                <a:solidFill>
                  <a:srgbClr val="FF0066"/>
                </a:solidFill>
                <a:latin typeface="Arial" panose="020B0604020202020204" pitchFamily="34" charset="0"/>
                <a:cs typeface="Arial" panose="020B0604020202020204" pitchFamily="34" charset="0"/>
              </a:rPr>
              <a:t>THUYẾT KHẾ ƯỚC XÃ HỘI</a:t>
            </a:r>
          </a:p>
        </p:txBody>
      </p:sp>
      <p:sp>
        <p:nvSpPr>
          <p:cNvPr id="7" name="TextBox 10">
            <a:extLst>
              <a:ext uri="{FF2B5EF4-FFF2-40B4-BE49-F238E27FC236}">
                <a16:creationId xmlns:a16="http://schemas.microsoft.com/office/drawing/2014/main" id="{176F8849-E786-4523-BDA1-E98D3E84235D}"/>
              </a:ext>
            </a:extLst>
          </p:cNvPr>
          <p:cNvSpPr txBox="1">
            <a:spLocks noChangeArrowheads="1"/>
          </p:cNvSpPr>
          <p:nvPr/>
        </p:nvSpPr>
        <p:spPr bwMode="auto">
          <a:xfrm>
            <a:off x="992980" y="2797969"/>
            <a:ext cx="7693820"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600"/>
              </a:spcBef>
              <a:spcAft>
                <a:spcPts val="600"/>
              </a:spcAft>
              <a:buClrTx/>
              <a:buSzTx/>
            </a:pPr>
            <a:r>
              <a:rPr lang="en-US" altLang="en-US" sz="2400" dirty="0" err="1">
                <a:solidFill>
                  <a:srgbClr val="000099"/>
                </a:solidFill>
                <a:latin typeface="Times New Roman" panose="02020603050405020304" pitchFamily="18" charset="0"/>
                <a:cs typeface="Times New Roman" panose="02020603050405020304" pitchFamily="18" charset="0"/>
              </a:rPr>
              <a:t>Nhà</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nước</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là</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kết</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quả</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của</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một</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hợp</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đồng</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ký</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giữa</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những</a:t>
            </a:r>
            <a:r>
              <a:rPr lang="en-US" altLang="en-US" sz="2400" dirty="0">
                <a:solidFill>
                  <a:srgbClr val="000099"/>
                </a:solidFill>
                <a:latin typeface="Times New Roman" panose="02020603050405020304" pitchFamily="18" charset="0"/>
                <a:cs typeface="Times New Roman" panose="02020603050405020304" pitchFamily="18" charset="0"/>
              </a:rPr>
              <a:t> con </a:t>
            </a:r>
            <a:r>
              <a:rPr lang="en-US" altLang="en-US" sz="2400" dirty="0" err="1">
                <a:solidFill>
                  <a:srgbClr val="000099"/>
                </a:solidFill>
                <a:latin typeface="Times New Roman" panose="02020603050405020304" pitchFamily="18" charset="0"/>
                <a:cs typeface="Times New Roman" panose="02020603050405020304" pitchFamily="18" charset="0"/>
              </a:rPr>
              <a:t>người</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trong</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xã</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hội</a:t>
            </a:r>
            <a:r>
              <a:rPr lang="en-US" altLang="en-US" sz="2400" dirty="0">
                <a:solidFill>
                  <a:srgbClr val="000099"/>
                </a:solidFill>
                <a:latin typeface="Times New Roman" panose="02020603050405020304" pitchFamily="18" charset="0"/>
                <a:cs typeface="Times New Roman" panose="02020603050405020304" pitchFamily="18" charset="0"/>
              </a:rPr>
              <a:t>​</a:t>
            </a:r>
          </a:p>
          <a:p>
            <a:pPr>
              <a:lnSpc>
                <a:spcPct val="100000"/>
              </a:lnSpc>
              <a:spcBef>
                <a:spcPts val="600"/>
              </a:spcBef>
              <a:spcAft>
                <a:spcPts val="600"/>
              </a:spcAft>
              <a:buClrTx/>
              <a:buSzTx/>
            </a:pPr>
            <a:r>
              <a:rPr lang="en-US" altLang="en-US" sz="2400" dirty="0" err="1">
                <a:solidFill>
                  <a:srgbClr val="000099"/>
                </a:solidFill>
                <a:latin typeface="Times New Roman" panose="02020603050405020304" pitchFamily="18" charset="0"/>
                <a:cs typeface="Times New Roman" panose="02020603050405020304" pitchFamily="18" charset="0"/>
              </a:rPr>
              <a:t>Nhà</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nước</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bảo</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vệ</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lợi</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ích</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của</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các</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thành</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viên</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trong</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xã</a:t>
            </a:r>
            <a:r>
              <a:rPr lang="en-US" altLang="en-US" sz="2400" dirty="0">
                <a:solidFill>
                  <a:srgbClr val="000099"/>
                </a:solidFill>
                <a:latin typeface="Times New Roman" panose="02020603050405020304" pitchFamily="18" charset="0"/>
                <a:cs typeface="Times New Roman" panose="02020603050405020304" pitchFamily="18" charset="0"/>
              </a:rPr>
              <a:t> </a:t>
            </a:r>
            <a:r>
              <a:rPr lang="en-US" altLang="en-US" sz="2400" dirty="0" err="1">
                <a:solidFill>
                  <a:srgbClr val="000099"/>
                </a:solidFill>
                <a:latin typeface="Times New Roman" panose="02020603050405020304" pitchFamily="18" charset="0"/>
                <a:cs typeface="Times New Roman" panose="02020603050405020304" pitchFamily="18" charset="0"/>
              </a:rPr>
              <a:t>hội</a:t>
            </a:r>
            <a:endParaRPr lang="en-US" altLang="en-US" sz="2400" dirty="0">
              <a:solidFill>
                <a:srgbClr val="000099"/>
              </a:solidFill>
              <a:latin typeface="Times New Roman" panose="02020603050405020304" pitchFamily="18" charset="0"/>
              <a:cs typeface="Times New Roman" panose="02020603050405020304" pitchFamily="18" charset="0"/>
            </a:endParaRPr>
          </a:p>
        </p:txBody>
      </p:sp>
      <p:pic>
        <p:nvPicPr>
          <p:cNvPr id="8" name="Picture 6" descr="Bên yếu thế trong giao dịch hợp đồng | Góc nhìn trọng tài viên | VIETNAM  INTERNATIONAL ARBITRATION CENTER">
            <a:extLst>
              <a:ext uri="{FF2B5EF4-FFF2-40B4-BE49-F238E27FC236}">
                <a16:creationId xmlns:a16="http://schemas.microsoft.com/office/drawing/2014/main" id="{415753B8-B7C2-44FE-9588-42DD7AE1C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4495800"/>
            <a:ext cx="5105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4179351"/>
      </p:ext>
    </p:extLst>
  </p:cSld>
  <p:clrMapOvr>
    <a:masterClrMapping/>
  </p:clrMapOvr>
  <p:transition spd="slow">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87F4622-4CF3-454A-B7E6-53D2B1FF56B5}"/>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402618B8-2CFD-43E9-889C-D3BAF945C0EB}"/>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sp>
        <p:nvSpPr>
          <p:cNvPr id="6" name="Rectangle 3">
            <a:extLst>
              <a:ext uri="{FF2B5EF4-FFF2-40B4-BE49-F238E27FC236}">
                <a16:creationId xmlns:a16="http://schemas.microsoft.com/office/drawing/2014/main" id="{76B8148C-3F4D-453E-BE0A-6ABD5C6AA688}"/>
              </a:ext>
            </a:extLst>
          </p:cNvPr>
          <p:cNvSpPr txBox="1">
            <a:spLocks noRot="1" noChangeArrowheads="1"/>
          </p:cNvSpPr>
          <p:nvPr/>
        </p:nvSpPr>
        <p:spPr bwMode="auto">
          <a:xfrm>
            <a:off x="2286000" y="1828800"/>
            <a:ext cx="3886200" cy="533400"/>
          </a:xfrm>
          <a:prstGeom prst="rect">
            <a:avLst/>
          </a:prstGeom>
          <a:noFill/>
          <a:ln>
            <a:noFill/>
          </a:ln>
        </p:spPr>
        <p:style>
          <a:lnRef idx="0">
            <a:scrgbClr r="0" g="0" b="0"/>
          </a:lnRef>
          <a:fillRef idx="0">
            <a:scrgbClr r="0" g="0" b="0"/>
          </a:fillRef>
          <a:effectRef idx="0">
            <a:scrgbClr r="0" g="0" b="0"/>
          </a:effectRef>
          <a:fontRef idx="minor">
            <a:schemeClr val="accent2"/>
          </a:fontRef>
        </p:style>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marL="0" indent="0" algn="ctr" rtl="0" eaLnBrk="0" fontAlgn="base" hangingPunct="0">
              <a:spcBef>
                <a:spcPct val="0"/>
              </a:spcBef>
              <a:spcAft>
                <a:spcPct val="0"/>
              </a:spcAft>
              <a:buNone/>
              <a:defRPr sz="2400">
                <a:solidFill>
                  <a:srgbClr val="000000"/>
                </a:solidFill>
                <a:latin typeface="Arial"/>
                <a:ea typeface="MS PGothic" pitchFamily="34" charset="-128"/>
                <a:cs typeface="Arial"/>
                <a:sym typeface="Arial" pitchFamily="34" charset="0"/>
              </a:defRPr>
            </a:lvl1pPr>
            <a:lvl2pPr marL="457200" lvl="1" indent="0" algn="ctr" rtl="0" eaLnBrk="0" fontAlgn="base" hangingPunct="0">
              <a:spcBef>
                <a:spcPct val="0"/>
              </a:spcBef>
              <a:spcAft>
                <a:spcPct val="0"/>
              </a:spcAft>
              <a:buNone/>
              <a:defRPr sz="2000">
                <a:solidFill>
                  <a:srgbClr val="000000"/>
                </a:solidFill>
                <a:latin typeface="Arial"/>
                <a:ea typeface="Arial"/>
                <a:cs typeface="Arial"/>
                <a:sym typeface="Arial" pitchFamily="34" charset="0"/>
              </a:defRPr>
            </a:lvl2pPr>
            <a:lvl3pPr marL="914400" lvl="2" indent="0" algn="ctr" rtl="0" eaLnBrk="0" fontAlgn="base" hangingPunct="0">
              <a:spcBef>
                <a:spcPct val="0"/>
              </a:spcBef>
              <a:spcAft>
                <a:spcPct val="0"/>
              </a:spcAft>
              <a:buNone/>
              <a:defRPr sz="1800">
                <a:solidFill>
                  <a:srgbClr val="000000"/>
                </a:solidFill>
                <a:latin typeface="Arial"/>
                <a:ea typeface="Arial"/>
                <a:cs typeface="Arial"/>
                <a:sym typeface="Arial" pitchFamily="34" charset="0"/>
              </a:defRPr>
            </a:lvl3pPr>
            <a:lvl4pPr marL="1371600" lvl="3"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4pPr>
            <a:lvl5pPr marL="1828800" lvl="4" indent="0" algn="ctr" rtl="0" eaLnBrk="0" fontAlgn="base" hangingPunct="0">
              <a:spcBef>
                <a:spcPct val="0"/>
              </a:spcBef>
              <a:spcAft>
                <a:spcPct val="0"/>
              </a:spcAft>
              <a:buNone/>
              <a:defRPr sz="1600">
                <a:solidFill>
                  <a:srgbClr val="000000"/>
                </a:solidFill>
                <a:latin typeface="Arial"/>
                <a:ea typeface="Arial"/>
                <a:cs typeface="Arial"/>
                <a:sym typeface="Arial" pitchFamily="34" charset="0"/>
              </a:defRPr>
            </a:lvl5pPr>
            <a:lvl6pPr marL="2286000" marR="0" lvl="5"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6pPr>
            <a:lvl7pPr marL="2743200" marR="0" lvl="6"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7pPr>
            <a:lvl8pPr marL="3200400" marR="0" lvl="7"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8pPr>
            <a:lvl9pPr marL="3657600" marR="0" lvl="8" indent="0" algn="ctr"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9pPr>
          </a:lstStyle>
          <a:p>
            <a:pPr eaLnBrk="1" hangingPunct="1">
              <a:buFont typeface="Wingdings" panose="05000000000000000000" pitchFamily="2" charset="2"/>
              <a:buNone/>
            </a:pPr>
            <a:r>
              <a:rPr lang="en-US" altLang="en-US" b="1" kern="0" dirty="0">
                <a:solidFill>
                  <a:srgbClr val="000099"/>
                </a:solidFill>
                <a:latin typeface="Times New Roman" panose="02020603050405020304" pitchFamily="18" charset="0"/>
                <a:cs typeface="Times New Roman" panose="02020603050405020304" pitchFamily="18" charset="0"/>
              </a:rPr>
              <a:t>THUYẾT BẠO LỰC</a:t>
            </a:r>
          </a:p>
        </p:txBody>
      </p:sp>
      <p:sp>
        <p:nvSpPr>
          <p:cNvPr id="7" name="TextBox 6">
            <a:extLst>
              <a:ext uri="{FF2B5EF4-FFF2-40B4-BE49-F238E27FC236}">
                <a16:creationId xmlns:a16="http://schemas.microsoft.com/office/drawing/2014/main" id="{260F9872-51DA-47E9-AEE5-D9CE8B6354DC}"/>
              </a:ext>
            </a:extLst>
          </p:cNvPr>
          <p:cNvSpPr txBox="1"/>
          <p:nvPr/>
        </p:nvSpPr>
        <p:spPr>
          <a:xfrm>
            <a:off x="2057399" y="2651925"/>
            <a:ext cx="4579937" cy="708025"/>
          </a:xfrm>
          <a:prstGeom prst="rect">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sz="2000" b="1" dirty="0">
                <a:latin typeface="Calibri" panose="020F0502020204030204" pitchFamily="34" charset="0"/>
                <a:cs typeface="Calibri" panose="020F0502020204030204" pitchFamily="34" charset="0"/>
              </a:rPr>
              <a:t>KẾT QUẢ CỦA CHIẾN TRANH XÂM LƯỢC &amp; SỬ DỤNG BẠO LỰC GIỮA CÁC THỊ TỘC </a:t>
            </a:r>
          </a:p>
        </p:txBody>
      </p:sp>
      <p:sp>
        <p:nvSpPr>
          <p:cNvPr id="8" name="Rectangle 7">
            <a:extLst>
              <a:ext uri="{FF2B5EF4-FFF2-40B4-BE49-F238E27FC236}">
                <a16:creationId xmlns:a16="http://schemas.microsoft.com/office/drawing/2014/main" id="{1540F54E-664E-41B5-A882-ADB5C89E0822}"/>
              </a:ext>
            </a:extLst>
          </p:cNvPr>
          <p:cNvSpPr/>
          <p:nvPr/>
        </p:nvSpPr>
        <p:spPr>
          <a:xfrm>
            <a:off x="3585368" y="4124849"/>
            <a:ext cx="1524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sz="2000" b="1" dirty="0">
                <a:latin typeface="Calibri" panose="020F0502020204030204" pitchFamily="34" charset="0"/>
                <a:cs typeface="Calibri" panose="020F0502020204030204" pitchFamily="34" charset="0"/>
              </a:rPr>
              <a:t>NHÀ NƯỚC</a:t>
            </a:r>
          </a:p>
        </p:txBody>
      </p:sp>
      <p:sp>
        <p:nvSpPr>
          <p:cNvPr id="9" name="TextBox 8">
            <a:extLst>
              <a:ext uri="{FF2B5EF4-FFF2-40B4-BE49-F238E27FC236}">
                <a16:creationId xmlns:a16="http://schemas.microsoft.com/office/drawing/2014/main" id="{36BB6C22-2D6C-44A4-BEB2-DC7977D6F3CF}"/>
              </a:ext>
            </a:extLst>
          </p:cNvPr>
          <p:cNvSpPr txBox="1"/>
          <p:nvPr/>
        </p:nvSpPr>
        <p:spPr>
          <a:xfrm>
            <a:off x="2119393" y="5360987"/>
            <a:ext cx="4579937" cy="708025"/>
          </a:xfrm>
          <a:prstGeom prst="rect">
            <a:avLst/>
          </a:prstGeom>
          <a:solidFill>
            <a:srgbClr val="FFFF00"/>
          </a:solidFill>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sz="2000" b="1" dirty="0">
                <a:latin typeface="Calibri" panose="020F0502020204030204" pitchFamily="34" charset="0"/>
                <a:cs typeface="Calibri" panose="020F0502020204030204" pitchFamily="34" charset="0"/>
              </a:rPr>
              <a:t>HỆ THỐNG CƠ QUAN ĐẶC BIỆT ĐỂ NÔ DỊCH KẺ CHIẾN BẠI</a:t>
            </a:r>
          </a:p>
        </p:txBody>
      </p:sp>
      <p:cxnSp>
        <p:nvCxnSpPr>
          <p:cNvPr id="3" name="Straight Arrow Connector 2">
            <a:extLst>
              <a:ext uri="{FF2B5EF4-FFF2-40B4-BE49-F238E27FC236}">
                <a16:creationId xmlns:a16="http://schemas.microsoft.com/office/drawing/2014/main" id="{2DCFE84E-124F-421D-B226-1916358FAC45}"/>
              </a:ext>
            </a:extLst>
          </p:cNvPr>
          <p:cNvCxnSpPr>
            <a:stCxn id="7" idx="2"/>
          </p:cNvCxnSpPr>
          <p:nvPr/>
        </p:nvCxnSpPr>
        <p:spPr>
          <a:xfrm flipH="1">
            <a:off x="4347367" y="3359950"/>
            <a:ext cx="1" cy="74991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D47B099E-FA93-4FAE-B990-579EF8DF9D6C}"/>
              </a:ext>
            </a:extLst>
          </p:cNvPr>
          <p:cNvCxnSpPr>
            <a:stCxn id="8" idx="2"/>
          </p:cNvCxnSpPr>
          <p:nvPr/>
        </p:nvCxnSpPr>
        <p:spPr>
          <a:xfrm>
            <a:off x="4347368" y="4658249"/>
            <a:ext cx="0" cy="59955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03337833"/>
      </p:ext>
    </p:extLst>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AECB541-0A9B-4DB4-BC0F-CF9B1484139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28D272DE-3734-4062-BF54-4C4EB0035103}"/>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vi-VN" sz="2600" b="1" kern="0" dirty="0">
                <a:solidFill>
                  <a:srgbClr val="C00000"/>
                </a:solidFill>
              </a:rPr>
              <a:t>1.</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sp>
        <p:nvSpPr>
          <p:cNvPr id="6" name="object 8">
            <a:extLst>
              <a:ext uri="{FF2B5EF4-FFF2-40B4-BE49-F238E27FC236}">
                <a16:creationId xmlns:a16="http://schemas.microsoft.com/office/drawing/2014/main" id="{470A6D92-8B16-427A-91EC-49B003E4FD0B}"/>
              </a:ext>
            </a:extLst>
          </p:cNvPr>
          <p:cNvSpPr txBox="1">
            <a:spLocks/>
          </p:cNvSpPr>
          <p:nvPr/>
        </p:nvSpPr>
        <p:spPr bwMode="auto">
          <a:xfrm>
            <a:off x="1676400" y="1960465"/>
            <a:ext cx="5514070" cy="577722"/>
          </a:xfrm>
          <a:prstGeom prst="rect">
            <a:avLst/>
          </a:prstGeom>
          <a:solidFill>
            <a:srgbClr val="FFFF00"/>
          </a:solidFill>
          <a:ln w="9144">
            <a:solidFill>
              <a:srgbClr val="000000"/>
            </a:solidFill>
            <a:miter lim="800000"/>
            <a:headEnd/>
            <a:tailEnd/>
          </a:ln>
        </p:spPr>
        <p:txBody>
          <a:bodyPr vert="horz" wrap="square" lIns="0" tIns="114935"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905">
              <a:spcBef>
                <a:spcPts val="600"/>
              </a:spcBef>
              <a:spcAft>
                <a:spcPts val="600"/>
              </a:spcAft>
            </a:pPr>
            <a:r>
              <a:rPr lang="en-US" sz="3000" kern="0" dirty="0" err="1"/>
              <a:t>Các</a:t>
            </a:r>
            <a:r>
              <a:rPr lang="en-US" sz="3000" kern="0" spc="-40" dirty="0"/>
              <a:t> </a:t>
            </a:r>
            <a:r>
              <a:rPr lang="en-US" sz="3000" kern="0" dirty="0" err="1"/>
              <a:t>quan</a:t>
            </a:r>
            <a:r>
              <a:rPr lang="en-US" sz="3000" kern="0" spc="-40" dirty="0"/>
              <a:t> </a:t>
            </a:r>
            <a:r>
              <a:rPr lang="en-US" sz="3000" kern="0" dirty="0" err="1"/>
              <a:t>điểm</a:t>
            </a:r>
            <a:r>
              <a:rPr lang="en-US" sz="3000" kern="0" spc="-15" dirty="0"/>
              <a:t> </a:t>
            </a:r>
            <a:r>
              <a:rPr lang="en-US" sz="3000" kern="0" dirty="0"/>
              <a:t>phi</a:t>
            </a:r>
            <a:r>
              <a:rPr lang="en-US" sz="3000" kern="0" spc="-30" dirty="0"/>
              <a:t> </a:t>
            </a:r>
            <a:r>
              <a:rPr lang="en-US" sz="3000" kern="0" spc="-10" dirty="0" err="1"/>
              <a:t>Mác-</a:t>
            </a:r>
            <a:r>
              <a:rPr lang="en-US" sz="3000" kern="0" spc="-25" dirty="0" err="1"/>
              <a:t>xít</a:t>
            </a:r>
            <a:endParaRPr lang="en-US" sz="3000" kern="0" dirty="0"/>
          </a:p>
        </p:txBody>
      </p:sp>
      <p:sp>
        <p:nvSpPr>
          <p:cNvPr id="7" name="TextBox 6">
            <a:extLst>
              <a:ext uri="{FF2B5EF4-FFF2-40B4-BE49-F238E27FC236}">
                <a16:creationId xmlns:a16="http://schemas.microsoft.com/office/drawing/2014/main" id="{5197B34F-B816-4C0E-BB39-517F4FFF1934}"/>
              </a:ext>
            </a:extLst>
          </p:cNvPr>
          <p:cNvSpPr txBox="1"/>
          <p:nvPr/>
        </p:nvSpPr>
        <p:spPr>
          <a:xfrm>
            <a:off x="761999" y="3104600"/>
            <a:ext cx="1828801" cy="83099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defRPr/>
            </a:pPr>
            <a:r>
              <a:rPr lang="en-US" sz="2400" dirty="0" err="1"/>
              <a:t>Thuyết</a:t>
            </a:r>
            <a:r>
              <a:rPr lang="en-US" sz="2400" dirty="0"/>
              <a:t> </a:t>
            </a:r>
            <a:r>
              <a:rPr lang="en-US" sz="2400" dirty="0" err="1"/>
              <a:t>thần</a:t>
            </a:r>
            <a:r>
              <a:rPr lang="en-US" sz="2400" dirty="0"/>
              <a:t> </a:t>
            </a:r>
            <a:r>
              <a:rPr lang="en-US" sz="2400" dirty="0" err="1"/>
              <a:t>học</a:t>
            </a:r>
            <a:endParaRPr lang="en-US" sz="2400" dirty="0"/>
          </a:p>
        </p:txBody>
      </p:sp>
      <p:sp>
        <p:nvSpPr>
          <p:cNvPr id="8" name="TextBox 7">
            <a:extLst>
              <a:ext uri="{FF2B5EF4-FFF2-40B4-BE49-F238E27FC236}">
                <a16:creationId xmlns:a16="http://schemas.microsoft.com/office/drawing/2014/main" id="{615F87CB-F695-4E79-A005-AB2A3D30ACC7}"/>
              </a:ext>
            </a:extLst>
          </p:cNvPr>
          <p:cNvSpPr txBox="1"/>
          <p:nvPr/>
        </p:nvSpPr>
        <p:spPr>
          <a:xfrm>
            <a:off x="2923096" y="3104599"/>
            <a:ext cx="1828802" cy="83099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defRPr/>
            </a:pPr>
            <a:r>
              <a:rPr lang="en-US" sz="2400" dirty="0" err="1"/>
              <a:t>Thuyết</a:t>
            </a:r>
            <a:r>
              <a:rPr lang="en-US" sz="2400" dirty="0"/>
              <a:t> </a:t>
            </a:r>
            <a:r>
              <a:rPr lang="en-US" sz="2400" dirty="0" err="1"/>
              <a:t>gia</a:t>
            </a:r>
            <a:r>
              <a:rPr lang="en-US" sz="2400" dirty="0"/>
              <a:t> </a:t>
            </a:r>
            <a:r>
              <a:rPr lang="en-US" sz="2400" dirty="0" err="1"/>
              <a:t>trưởng</a:t>
            </a:r>
            <a:endParaRPr lang="en-US" sz="2400" dirty="0"/>
          </a:p>
        </p:txBody>
      </p:sp>
      <p:sp>
        <p:nvSpPr>
          <p:cNvPr id="9" name="TextBox 8">
            <a:extLst>
              <a:ext uri="{FF2B5EF4-FFF2-40B4-BE49-F238E27FC236}">
                <a16:creationId xmlns:a16="http://schemas.microsoft.com/office/drawing/2014/main" id="{EA8CB4CD-A736-47FB-9C1C-85B9C54F9FB0}"/>
              </a:ext>
            </a:extLst>
          </p:cNvPr>
          <p:cNvSpPr txBox="1"/>
          <p:nvPr/>
        </p:nvSpPr>
        <p:spPr>
          <a:xfrm>
            <a:off x="5095277" y="3064595"/>
            <a:ext cx="1828801" cy="83099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defRPr/>
            </a:pPr>
            <a:r>
              <a:rPr lang="en-US" sz="2400" dirty="0" err="1"/>
              <a:t>Thuyết</a:t>
            </a:r>
            <a:r>
              <a:rPr lang="en-US" sz="2400" dirty="0"/>
              <a:t> </a:t>
            </a:r>
            <a:r>
              <a:rPr lang="en-US" sz="2400" dirty="0" err="1"/>
              <a:t>khế</a:t>
            </a:r>
            <a:r>
              <a:rPr lang="en-US" sz="2400" dirty="0"/>
              <a:t> </a:t>
            </a:r>
            <a:r>
              <a:rPr lang="en-US" sz="2400" dirty="0" err="1"/>
              <a:t>ước</a:t>
            </a:r>
            <a:r>
              <a:rPr lang="en-US" sz="2400" dirty="0"/>
              <a:t> </a:t>
            </a:r>
            <a:r>
              <a:rPr lang="en-US" sz="2400" dirty="0" err="1"/>
              <a:t>xã</a:t>
            </a:r>
            <a:r>
              <a:rPr lang="en-US" sz="2400" dirty="0"/>
              <a:t> </a:t>
            </a:r>
            <a:r>
              <a:rPr lang="en-US" sz="2400" dirty="0" err="1"/>
              <a:t>hội</a:t>
            </a:r>
            <a:endParaRPr lang="en-US" sz="2400" dirty="0"/>
          </a:p>
        </p:txBody>
      </p:sp>
      <p:sp>
        <p:nvSpPr>
          <p:cNvPr id="10" name="TextBox 9">
            <a:extLst>
              <a:ext uri="{FF2B5EF4-FFF2-40B4-BE49-F238E27FC236}">
                <a16:creationId xmlns:a16="http://schemas.microsoft.com/office/drawing/2014/main" id="{8BD6F8DB-D81D-4152-89E7-035F389197F4}"/>
              </a:ext>
            </a:extLst>
          </p:cNvPr>
          <p:cNvSpPr txBox="1"/>
          <p:nvPr/>
        </p:nvSpPr>
        <p:spPr>
          <a:xfrm>
            <a:off x="7184009" y="3033816"/>
            <a:ext cx="1655191" cy="83099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defRPr/>
            </a:pPr>
            <a:r>
              <a:rPr lang="en-US" sz="2400" dirty="0" err="1"/>
              <a:t>Thuyết</a:t>
            </a:r>
            <a:r>
              <a:rPr lang="en-US" sz="2400" dirty="0"/>
              <a:t> </a:t>
            </a:r>
            <a:r>
              <a:rPr lang="en-US" sz="2400" dirty="0" err="1"/>
              <a:t>bạo</a:t>
            </a:r>
            <a:r>
              <a:rPr lang="en-US" sz="2400" dirty="0"/>
              <a:t> </a:t>
            </a:r>
            <a:r>
              <a:rPr lang="en-US" sz="2400" dirty="0" err="1"/>
              <a:t>lực</a:t>
            </a:r>
            <a:r>
              <a:rPr lang="en-US" sz="2400" dirty="0"/>
              <a:t> </a:t>
            </a:r>
          </a:p>
        </p:txBody>
      </p:sp>
      <p:sp>
        <p:nvSpPr>
          <p:cNvPr id="2" name="Oval 1">
            <a:extLst>
              <a:ext uri="{FF2B5EF4-FFF2-40B4-BE49-F238E27FC236}">
                <a16:creationId xmlns:a16="http://schemas.microsoft.com/office/drawing/2014/main" id="{3435676E-084E-45C8-AF9D-B36BF24F4003}"/>
              </a:ext>
            </a:extLst>
          </p:cNvPr>
          <p:cNvSpPr/>
          <p:nvPr/>
        </p:nvSpPr>
        <p:spPr>
          <a:xfrm>
            <a:off x="1524000" y="4914900"/>
            <a:ext cx="6860381" cy="16002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200" b="1" dirty="0"/>
              <a:t>Các quan điểm này chưa đưa ra cơ sở khoa học để giải thích đúng đắn về nguồn gốc Nhà nước</a:t>
            </a:r>
          </a:p>
        </p:txBody>
      </p:sp>
      <p:sp>
        <p:nvSpPr>
          <p:cNvPr id="3" name="Arrow: Down 2">
            <a:extLst>
              <a:ext uri="{FF2B5EF4-FFF2-40B4-BE49-F238E27FC236}">
                <a16:creationId xmlns:a16="http://schemas.microsoft.com/office/drawing/2014/main" id="{05DF46D0-E14A-4F1A-AE78-0E041BA9032A}"/>
              </a:ext>
            </a:extLst>
          </p:cNvPr>
          <p:cNvSpPr/>
          <p:nvPr/>
        </p:nvSpPr>
        <p:spPr>
          <a:xfrm>
            <a:off x="4205938" y="4337814"/>
            <a:ext cx="1496503" cy="386585"/>
          </a:xfrm>
          <a:prstGeom prst="down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8889750"/>
      </p:ext>
    </p:extLst>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2EBA351-EAC6-4DA4-810D-B2C43120C07C}"/>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88E2CEC3-A434-4EDE-9871-4BD0D149B901}"/>
              </a:ext>
            </a:extLst>
          </p:cNvPr>
          <p:cNvSpPr txBox="1">
            <a:spLocks/>
          </p:cNvSpPr>
          <p:nvPr/>
        </p:nvSpPr>
        <p:spPr bwMode="auto">
          <a:xfrm>
            <a:off x="200527" y="1218785"/>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sp>
        <p:nvSpPr>
          <p:cNvPr id="6" name="Rectangle 2">
            <a:extLst>
              <a:ext uri="{FF2B5EF4-FFF2-40B4-BE49-F238E27FC236}">
                <a16:creationId xmlns:a16="http://schemas.microsoft.com/office/drawing/2014/main" id="{8626A1FB-08D8-4974-A24A-665DA479C97B}"/>
              </a:ext>
            </a:extLst>
          </p:cNvPr>
          <p:cNvSpPr txBox="1">
            <a:spLocks noRot="1" noChangeArrowheads="1"/>
          </p:cNvSpPr>
          <p:nvPr/>
        </p:nvSpPr>
        <p:spPr bwMode="auto">
          <a:xfrm>
            <a:off x="454780" y="1605980"/>
            <a:ext cx="6945313" cy="717735"/>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000" b="1" kern="0" dirty="0">
                <a:solidFill>
                  <a:srgbClr val="FF0066"/>
                </a:solidFill>
                <a:latin typeface="Arial" panose="020B0604020202020204" pitchFamily="34" charset="0"/>
                <a:cs typeface="Arial" panose="020B0604020202020204" pitchFamily="34" charset="0"/>
              </a:rPr>
              <a:t>QUAN ĐIỂM MÁC – LÊNIN VỀ NGUỒN GỐC NHÀ NƯỚC</a:t>
            </a:r>
          </a:p>
        </p:txBody>
      </p:sp>
      <p:grpSp>
        <p:nvGrpSpPr>
          <p:cNvPr id="7" name="object 14">
            <a:extLst>
              <a:ext uri="{FF2B5EF4-FFF2-40B4-BE49-F238E27FC236}">
                <a16:creationId xmlns:a16="http://schemas.microsoft.com/office/drawing/2014/main" id="{2CA3541A-9FA9-4D18-B1A1-A1DBA03400DE}"/>
              </a:ext>
            </a:extLst>
          </p:cNvPr>
          <p:cNvGrpSpPr/>
          <p:nvPr/>
        </p:nvGrpSpPr>
        <p:grpSpPr>
          <a:xfrm>
            <a:off x="228601" y="3048000"/>
            <a:ext cx="2971800" cy="3352800"/>
            <a:chOff x="76200" y="1676400"/>
            <a:chExt cx="3340735" cy="3596640"/>
          </a:xfrm>
        </p:grpSpPr>
        <p:pic>
          <p:nvPicPr>
            <p:cNvPr id="8" name="object 15">
              <a:extLst>
                <a:ext uri="{FF2B5EF4-FFF2-40B4-BE49-F238E27FC236}">
                  <a16:creationId xmlns:a16="http://schemas.microsoft.com/office/drawing/2014/main" id="{2AD69F53-B82B-43E8-B1E7-CA11AEAFEEEB}"/>
                </a:ext>
              </a:extLst>
            </p:cNvPr>
            <p:cNvPicPr/>
            <p:nvPr/>
          </p:nvPicPr>
          <p:blipFill>
            <a:blip r:embed="rId2" cstate="print"/>
            <a:stretch>
              <a:fillRect/>
            </a:stretch>
          </p:blipFill>
          <p:spPr>
            <a:xfrm>
              <a:off x="1738883" y="2805683"/>
              <a:ext cx="1677923" cy="2467355"/>
            </a:xfrm>
            <a:prstGeom prst="rect">
              <a:avLst/>
            </a:prstGeom>
          </p:spPr>
        </p:pic>
        <p:pic>
          <p:nvPicPr>
            <p:cNvPr id="9" name="object 16">
              <a:extLst>
                <a:ext uri="{FF2B5EF4-FFF2-40B4-BE49-F238E27FC236}">
                  <a16:creationId xmlns:a16="http://schemas.microsoft.com/office/drawing/2014/main" id="{F2827C08-A659-48E2-8297-2B9739A3C2EE}"/>
                </a:ext>
              </a:extLst>
            </p:cNvPr>
            <p:cNvPicPr/>
            <p:nvPr/>
          </p:nvPicPr>
          <p:blipFill>
            <a:blip r:embed="rId3" cstate="print"/>
            <a:stretch>
              <a:fillRect/>
            </a:stretch>
          </p:blipFill>
          <p:spPr>
            <a:xfrm>
              <a:off x="1752600" y="2819400"/>
              <a:ext cx="1598676" cy="2388108"/>
            </a:xfrm>
            <a:prstGeom prst="rect">
              <a:avLst/>
            </a:prstGeom>
          </p:spPr>
        </p:pic>
        <p:sp>
          <p:nvSpPr>
            <p:cNvPr id="10" name="object 17">
              <a:extLst>
                <a:ext uri="{FF2B5EF4-FFF2-40B4-BE49-F238E27FC236}">
                  <a16:creationId xmlns:a16="http://schemas.microsoft.com/office/drawing/2014/main" id="{F5C6330C-3756-4FA3-A626-16C13540DD3B}"/>
                </a:ext>
              </a:extLst>
            </p:cNvPr>
            <p:cNvSpPr/>
            <p:nvPr/>
          </p:nvSpPr>
          <p:spPr>
            <a:xfrm>
              <a:off x="1733550" y="2800350"/>
              <a:ext cx="1637030" cy="2426335"/>
            </a:xfrm>
            <a:custGeom>
              <a:avLst/>
              <a:gdLst/>
              <a:ahLst/>
              <a:cxnLst/>
              <a:rect l="l" t="t" r="r" b="b"/>
              <a:pathLst>
                <a:path w="1637029" h="2426335">
                  <a:moveTo>
                    <a:pt x="0" y="2426208"/>
                  </a:moveTo>
                  <a:lnTo>
                    <a:pt x="1636776" y="2426208"/>
                  </a:lnTo>
                  <a:lnTo>
                    <a:pt x="1636776" y="0"/>
                  </a:lnTo>
                  <a:lnTo>
                    <a:pt x="0" y="0"/>
                  </a:lnTo>
                  <a:lnTo>
                    <a:pt x="0" y="2426208"/>
                  </a:lnTo>
                  <a:close/>
                </a:path>
              </a:pathLst>
            </a:custGeom>
            <a:ln w="38100">
              <a:solidFill>
                <a:srgbClr val="FF3300"/>
              </a:solidFill>
            </a:ln>
          </p:spPr>
          <p:txBody>
            <a:bodyPr wrap="square" lIns="0" tIns="0" rIns="0" bIns="0" rtlCol="0"/>
            <a:lstStyle/>
            <a:p>
              <a:endParaRPr/>
            </a:p>
          </p:txBody>
        </p:sp>
        <p:pic>
          <p:nvPicPr>
            <p:cNvPr id="11" name="object 18">
              <a:hlinkClick r:id="rId4"/>
              <a:extLst>
                <a:ext uri="{FF2B5EF4-FFF2-40B4-BE49-F238E27FC236}">
                  <a16:creationId xmlns:a16="http://schemas.microsoft.com/office/drawing/2014/main" id="{BF6DB354-6346-4B49-B610-552CB3918E55}"/>
                </a:ext>
              </a:extLst>
            </p:cNvPr>
            <p:cNvPicPr/>
            <p:nvPr/>
          </p:nvPicPr>
          <p:blipFill>
            <a:blip r:embed="rId5" cstate="print"/>
            <a:stretch>
              <a:fillRect/>
            </a:stretch>
          </p:blipFill>
          <p:spPr>
            <a:xfrm>
              <a:off x="76200" y="1676400"/>
              <a:ext cx="1600200" cy="2514600"/>
            </a:xfrm>
            <a:prstGeom prst="rect">
              <a:avLst/>
            </a:prstGeom>
          </p:spPr>
        </p:pic>
      </p:grpSp>
      <p:sp>
        <p:nvSpPr>
          <p:cNvPr id="12" name="object 13">
            <a:extLst>
              <a:ext uri="{FF2B5EF4-FFF2-40B4-BE49-F238E27FC236}">
                <a16:creationId xmlns:a16="http://schemas.microsoft.com/office/drawing/2014/main" id="{8FFBE802-303C-410C-A71A-F4F2DF4C8045}"/>
              </a:ext>
            </a:extLst>
          </p:cNvPr>
          <p:cNvSpPr txBox="1"/>
          <p:nvPr/>
        </p:nvSpPr>
        <p:spPr>
          <a:xfrm>
            <a:off x="4117181" y="2878522"/>
            <a:ext cx="4114800" cy="2910411"/>
          </a:xfrm>
          <a:prstGeom prst="rect">
            <a:avLst/>
          </a:prstGeom>
          <a:ln w="38100">
            <a:solidFill>
              <a:srgbClr val="FF3300"/>
            </a:solidFill>
          </a:ln>
        </p:spPr>
        <p:txBody>
          <a:bodyPr vert="horz" wrap="square" lIns="0" tIns="32384" rIns="0" bIns="0" rtlCol="0">
            <a:spAutoFit/>
          </a:bodyPr>
          <a:lstStyle/>
          <a:p>
            <a:pPr marL="90805" marR="83185" algn="just">
              <a:lnSpc>
                <a:spcPct val="100000"/>
              </a:lnSpc>
              <a:spcBef>
                <a:spcPts val="254"/>
              </a:spcBef>
            </a:pPr>
            <a:r>
              <a:rPr sz="2600" b="1" i="1" dirty="0">
                <a:latin typeface="Times New Roman"/>
                <a:cs typeface="Times New Roman"/>
              </a:rPr>
              <a:t>Nhà</a:t>
            </a:r>
            <a:r>
              <a:rPr sz="2600" b="1" i="1" spc="114" dirty="0">
                <a:latin typeface="Times New Roman"/>
                <a:cs typeface="Times New Roman"/>
              </a:rPr>
              <a:t>  </a:t>
            </a:r>
            <a:r>
              <a:rPr sz="2600" b="1" i="1" dirty="0">
                <a:latin typeface="Times New Roman"/>
                <a:cs typeface="Times New Roman"/>
              </a:rPr>
              <a:t>nước</a:t>
            </a:r>
            <a:r>
              <a:rPr sz="2600" b="1" i="1" spc="110" dirty="0">
                <a:latin typeface="Times New Roman"/>
                <a:cs typeface="Times New Roman"/>
              </a:rPr>
              <a:t>  </a:t>
            </a:r>
            <a:r>
              <a:rPr sz="2600" b="1" i="1" dirty="0">
                <a:latin typeface="Times New Roman"/>
                <a:cs typeface="Times New Roman"/>
              </a:rPr>
              <a:t>là</a:t>
            </a:r>
            <a:r>
              <a:rPr sz="2600" b="1" i="1" spc="114" dirty="0">
                <a:latin typeface="Times New Roman"/>
                <a:cs typeface="Times New Roman"/>
              </a:rPr>
              <a:t>  </a:t>
            </a:r>
            <a:r>
              <a:rPr sz="2600" b="1" i="1" dirty="0">
                <a:latin typeface="Times New Roman"/>
                <a:cs typeface="Times New Roman"/>
              </a:rPr>
              <a:t>một</a:t>
            </a:r>
            <a:r>
              <a:rPr sz="2600" b="1" i="1" spc="120" dirty="0">
                <a:latin typeface="Times New Roman"/>
                <a:cs typeface="Times New Roman"/>
              </a:rPr>
              <a:t>  </a:t>
            </a:r>
            <a:r>
              <a:rPr sz="2600" b="1" i="1" dirty="0">
                <a:latin typeface="Times New Roman"/>
                <a:cs typeface="Times New Roman"/>
              </a:rPr>
              <a:t>phạm</a:t>
            </a:r>
            <a:r>
              <a:rPr sz="2600" b="1" i="1" spc="105" dirty="0">
                <a:latin typeface="Times New Roman"/>
                <a:cs typeface="Times New Roman"/>
              </a:rPr>
              <a:t>  </a:t>
            </a:r>
            <a:r>
              <a:rPr sz="2600" b="1" i="1" spc="-25" dirty="0">
                <a:latin typeface="Times New Roman"/>
                <a:cs typeface="Times New Roman"/>
              </a:rPr>
              <a:t>trù </a:t>
            </a:r>
            <a:r>
              <a:rPr sz="2600" b="1" i="1" dirty="0">
                <a:latin typeface="Times New Roman"/>
                <a:cs typeface="Times New Roman"/>
              </a:rPr>
              <a:t>lịch</a:t>
            </a:r>
            <a:r>
              <a:rPr sz="2600" b="1" i="1" spc="310" dirty="0">
                <a:latin typeface="Times New Roman"/>
                <a:cs typeface="Times New Roman"/>
              </a:rPr>
              <a:t>  </a:t>
            </a:r>
            <a:r>
              <a:rPr sz="2600" b="1" i="1" dirty="0">
                <a:latin typeface="Times New Roman"/>
                <a:cs typeface="Times New Roman"/>
              </a:rPr>
              <a:t>sử,</a:t>
            </a:r>
            <a:r>
              <a:rPr sz="2600" b="1" i="1" spc="310" dirty="0">
                <a:latin typeface="Times New Roman"/>
                <a:cs typeface="Times New Roman"/>
              </a:rPr>
              <a:t>  </a:t>
            </a:r>
            <a:r>
              <a:rPr sz="2600" b="1" i="1" dirty="0">
                <a:latin typeface="Times New Roman"/>
                <a:cs typeface="Times New Roman"/>
              </a:rPr>
              <a:t>có</a:t>
            </a:r>
            <a:r>
              <a:rPr sz="2600" b="1" i="1" spc="320" dirty="0">
                <a:latin typeface="Times New Roman"/>
                <a:cs typeface="Times New Roman"/>
              </a:rPr>
              <a:t>  </a:t>
            </a:r>
            <a:r>
              <a:rPr sz="2600" b="1" i="1" dirty="0">
                <a:latin typeface="Times New Roman"/>
                <a:cs typeface="Times New Roman"/>
              </a:rPr>
              <a:t>quá</a:t>
            </a:r>
            <a:r>
              <a:rPr sz="2600" b="1" i="1" spc="320" dirty="0">
                <a:latin typeface="Times New Roman"/>
                <a:cs typeface="Times New Roman"/>
              </a:rPr>
              <a:t>  </a:t>
            </a:r>
            <a:r>
              <a:rPr sz="2600" b="1" i="1" dirty="0">
                <a:latin typeface="Times New Roman"/>
                <a:cs typeface="Times New Roman"/>
              </a:rPr>
              <a:t>trình</a:t>
            </a:r>
            <a:r>
              <a:rPr sz="2600" b="1" i="1" spc="300" dirty="0">
                <a:latin typeface="Times New Roman"/>
                <a:cs typeface="Times New Roman"/>
              </a:rPr>
              <a:t>  </a:t>
            </a:r>
            <a:r>
              <a:rPr sz="2600" b="1" i="1" spc="-20" dirty="0">
                <a:latin typeface="Times New Roman"/>
                <a:cs typeface="Times New Roman"/>
              </a:rPr>
              <a:t>phát </a:t>
            </a:r>
            <a:r>
              <a:rPr sz="2600" b="1" i="1" dirty="0">
                <a:latin typeface="Times New Roman"/>
                <a:cs typeface="Times New Roman"/>
              </a:rPr>
              <a:t>sinh,</a:t>
            </a:r>
            <a:r>
              <a:rPr sz="2600" b="1" i="1" spc="-25" dirty="0">
                <a:latin typeface="Times New Roman"/>
                <a:cs typeface="Times New Roman"/>
              </a:rPr>
              <a:t> </a:t>
            </a:r>
            <a:r>
              <a:rPr sz="2600" b="1" i="1" dirty="0">
                <a:latin typeface="Times New Roman"/>
                <a:cs typeface="Times New Roman"/>
              </a:rPr>
              <a:t>phát</a:t>
            </a:r>
            <a:r>
              <a:rPr sz="2600" b="1" i="1" spc="-25" dirty="0">
                <a:latin typeface="Times New Roman"/>
                <a:cs typeface="Times New Roman"/>
              </a:rPr>
              <a:t> </a:t>
            </a:r>
            <a:r>
              <a:rPr sz="2600" b="1" i="1" dirty="0">
                <a:latin typeface="Times New Roman"/>
                <a:cs typeface="Times New Roman"/>
              </a:rPr>
              <a:t>triển</a:t>
            </a:r>
            <a:r>
              <a:rPr sz="2600" b="1" i="1" spc="-20" dirty="0">
                <a:latin typeface="Times New Roman"/>
                <a:cs typeface="Times New Roman"/>
              </a:rPr>
              <a:t> </a:t>
            </a:r>
            <a:r>
              <a:rPr sz="2600" b="1" i="1" dirty="0">
                <a:latin typeface="Times New Roman"/>
                <a:cs typeface="Times New Roman"/>
              </a:rPr>
              <a:t>và</a:t>
            </a:r>
            <a:r>
              <a:rPr sz="2600" b="1" i="1" spc="-10" dirty="0">
                <a:latin typeface="Times New Roman"/>
                <a:cs typeface="Times New Roman"/>
              </a:rPr>
              <a:t> </a:t>
            </a:r>
            <a:r>
              <a:rPr sz="2600" b="1" i="1" dirty="0">
                <a:latin typeface="Times New Roman"/>
                <a:cs typeface="Times New Roman"/>
              </a:rPr>
              <a:t>tiêu</a:t>
            </a:r>
            <a:r>
              <a:rPr sz="2600" b="1" i="1" spc="-30" dirty="0">
                <a:latin typeface="Times New Roman"/>
                <a:cs typeface="Times New Roman"/>
              </a:rPr>
              <a:t> </a:t>
            </a:r>
            <a:r>
              <a:rPr sz="2600" b="1" i="1" spc="-10" dirty="0">
                <a:latin typeface="Times New Roman"/>
                <a:cs typeface="Times New Roman"/>
              </a:rPr>
              <a:t>vong</a:t>
            </a:r>
            <a:r>
              <a:rPr sz="2600" b="1" spc="-10" dirty="0">
                <a:latin typeface="Times New Roman"/>
                <a:cs typeface="Times New Roman"/>
              </a:rPr>
              <a:t>.</a:t>
            </a:r>
            <a:endParaRPr sz="2600" dirty="0">
              <a:latin typeface="Times New Roman"/>
              <a:cs typeface="Times New Roman"/>
            </a:endParaRPr>
          </a:p>
          <a:p>
            <a:pPr marL="90805" marR="84455" algn="just">
              <a:lnSpc>
                <a:spcPct val="100000"/>
              </a:lnSpc>
              <a:spcBef>
                <a:spcPts val="605"/>
              </a:spcBef>
            </a:pPr>
            <a:r>
              <a:rPr sz="2600" b="1" i="1" dirty="0">
                <a:solidFill>
                  <a:srgbClr val="FF3300"/>
                </a:solidFill>
                <a:latin typeface="Times New Roman"/>
                <a:cs typeface="Times New Roman"/>
              </a:rPr>
              <a:t>Nhà</a:t>
            </a:r>
            <a:r>
              <a:rPr sz="2600" b="1" i="1" spc="545" dirty="0">
                <a:solidFill>
                  <a:srgbClr val="FF3300"/>
                </a:solidFill>
                <a:latin typeface="Times New Roman"/>
                <a:cs typeface="Times New Roman"/>
              </a:rPr>
              <a:t> </a:t>
            </a:r>
            <a:r>
              <a:rPr sz="2600" b="1" i="1" dirty="0">
                <a:solidFill>
                  <a:srgbClr val="FF3300"/>
                </a:solidFill>
                <a:latin typeface="Times New Roman"/>
                <a:cs typeface="Times New Roman"/>
              </a:rPr>
              <a:t>nước</a:t>
            </a:r>
            <a:r>
              <a:rPr sz="2600" b="1" i="1" spc="570" dirty="0">
                <a:solidFill>
                  <a:srgbClr val="FF3300"/>
                </a:solidFill>
                <a:latin typeface="Times New Roman"/>
                <a:cs typeface="Times New Roman"/>
              </a:rPr>
              <a:t> </a:t>
            </a:r>
            <a:r>
              <a:rPr sz="2600" b="1" i="1" dirty="0">
                <a:solidFill>
                  <a:srgbClr val="FF3300"/>
                </a:solidFill>
                <a:latin typeface="Times New Roman"/>
                <a:cs typeface="Times New Roman"/>
              </a:rPr>
              <a:t>là</a:t>
            </a:r>
            <a:r>
              <a:rPr sz="2600" b="1" i="1" spc="555" dirty="0">
                <a:solidFill>
                  <a:srgbClr val="FF3300"/>
                </a:solidFill>
                <a:latin typeface="Times New Roman"/>
                <a:cs typeface="Times New Roman"/>
              </a:rPr>
              <a:t> </a:t>
            </a:r>
            <a:r>
              <a:rPr sz="2600" b="1" i="1" dirty="0">
                <a:solidFill>
                  <a:srgbClr val="FF3300"/>
                </a:solidFill>
                <a:latin typeface="Times New Roman"/>
                <a:cs typeface="Times New Roman"/>
              </a:rPr>
              <a:t>một</a:t>
            </a:r>
            <a:r>
              <a:rPr sz="2600" b="1" i="1" spc="565" dirty="0">
                <a:solidFill>
                  <a:srgbClr val="FF3300"/>
                </a:solidFill>
                <a:latin typeface="Times New Roman"/>
                <a:cs typeface="Times New Roman"/>
              </a:rPr>
              <a:t> </a:t>
            </a:r>
            <a:r>
              <a:rPr sz="2600" b="1" i="1" dirty="0">
                <a:solidFill>
                  <a:srgbClr val="FF3300"/>
                </a:solidFill>
                <a:latin typeface="Times New Roman"/>
                <a:cs typeface="Times New Roman"/>
              </a:rPr>
              <a:t>hiện</a:t>
            </a:r>
            <a:r>
              <a:rPr sz="2600" b="1" i="1" spc="565" dirty="0">
                <a:solidFill>
                  <a:srgbClr val="FF3300"/>
                </a:solidFill>
                <a:latin typeface="Times New Roman"/>
                <a:cs typeface="Times New Roman"/>
              </a:rPr>
              <a:t> </a:t>
            </a:r>
            <a:r>
              <a:rPr sz="2600" b="1" i="1" spc="-10" dirty="0">
                <a:solidFill>
                  <a:srgbClr val="FF3300"/>
                </a:solidFill>
                <a:latin typeface="Times New Roman"/>
                <a:cs typeface="Times New Roman"/>
              </a:rPr>
              <a:t>tượng </a:t>
            </a:r>
            <a:r>
              <a:rPr sz="2600" b="1" i="1" dirty="0">
                <a:solidFill>
                  <a:srgbClr val="FF3300"/>
                </a:solidFill>
                <a:latin typeface="Times New Roman"/>
                <a:cs typeface="Times New Roman"/>
              </a:rPr>
              <a:t>xã</a:t>
            </a:r>
            <a:r>
              <a:rPr sz="2600" b="1" i="1" spc="-20" dirty="0">
                <a:solidFill>
                  <a:srgbClr val="FF3300"/>
                </a:solidFill>
                <a:latin typeface="Times New Roman"/>
                <a:cs typeface="Times New Roman"/>
              </a:rPr>
              <a:t> </a:t>
            </a:r>
            <a:r>
              <a:rPr sz="2600" b="1" i="1" dirty="0">
                <a:solidFill>
                  <a:srgbClr val="FF3300"/>
                </a:solidFill>
                <a:latin typeface="Times New Roman"/>
                <a:cs typeface="Times New Roman"/>
              </a:rPr>
              <a:t>hội</a:t>
            </a:r>
            <a:r>
              <a:rPr sz="2600" b="1" i="1" spc="-15" dirty="0">
                <a:solidFill>
                  <a:srgbClr val="FF3300"/>
                </a:solidFill>
                <a:latin typeface="Times New Roman"/>
                <a:cs typeface="Times New Roman"/>
              </a:rPr>
              <a:t> </a:t>
            </a:r>
            <a:r>
              <a:rPr sz="2600" b="1" i="1" dirty="0">
                <a:solidFill>
                  <a:srgbClr val="FF3300"/>
                </a:solidFill>
                <a:latin typeface="Times New Roman"/>
                <a:cs typeface="Times New Roman"/>
              </a:rPr>
              <a:t>mang</a:t>
            </a:r>
            <a:r>
              <a:rPr sz="2600" b="1" i="1" spc="-20" dirty="0">
                <a:solidFill>
                  <a:srgbClr val="FF3300"/>
                </a:solidFill>
                <a:latin typeface="Times New Roman"/>
                <a:cs typeface="Times New Roman"/>
              </a:rPr>
              <a:t> </a:t>
            </a:r>
            <a:r>
              <a:rPr sz="2600" b="1" i="1" dirty="0">
                <a:solidFill>
                  <a:srgbClr val="FF3300"/>
                </a:solidFill>
                <a:latin typeface="Times New Roman"/>
                <a:cs typeface="Times New Roman"/>
              </a:rPr>
              <a:t>tính</a:t>
            </a:r>
            <a:r>
              <a:rPr sz="2600" b="1" i="1" spc="-20" dirty="0">
                <a:solidFill>
                  <a:srgbClr val="FF3300"/>
                </a:solidFill>
                <a:latin typeface="Times New Roman"/>
                <a:cs typeface="Times New Roman"/>
              </a:rPr>
              <a:t> </a:t>
            </a:r>
            <a:r>
              <a:rPr sz="2600" b="1" i="1" dirty="0">
                <a:solidFill>
                  <a:srgbClr val="FF3300"/>
                </a:solidFill>
                <a:latin typeface="Times New Roman"/>
                <a:cs typeface="Times New Roman"/>
              </a:rPr>
              <a:t>lịch</a:t>
            </a:r>
            <a:r>
              <a:rPr sz="2600" b="1" i="1" spc="-10" dirty="0">
                <a:solidFill>
                  <a:srgbClr val="FF3300"/>
                </a:solidFill>
                <a:latin typeface="Times New Roman"/>
                <a:cs typeface="Times New Roman"/>
              </a:rPr>
              <a:t> </a:t>
            </a:r>
            <a:r>
              <a:rPr sz="2600" b="1" i="1" spc="-25" dirty="0">
                <a:solidFill>
                  <a:srgbClr val="FF3300"/>
                </a:solidFill>
                <a:latin typeface="Times New Roman"/>
                <a:cs typeface="Times New Roman"/>
              </a:rPr>
              <a:t>sử.</a:t>
            </a:r>
            <a:endParaRPr sz="2600" dirty="0">
              <a:latin typeface="Times New Roman"/>
              <a:cs typeface="Times New Roman"/>
            </a:endParaRPr>
          </a:p>
        </p:txBody>
      </p:sp>
    </p:spTree>
    <p:extLst>
      <p:ext uri="{BB962C8B-B14F-4D97-AF65-F5344CB8AC3E}">
        <p14:creationId xmlns:p14="http://schemas.microsoft.com/office/powerpoint/2010/main" val="372358101"/>
      </p:ext>
    </p:extLst>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64E21CA-E359-4168-928B-B3F8D6AE46EF}"/>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pic>
        <p:nvPicPr>
          <p:cNvPr id="3" name="Picture 2">
            <a:extLst>
              <a:ext uri="{FF2B5EF4-FFF2-40B4-BE49-F238E27FC236}">
                <a16:creationId xmlns:a16="http://schemas.microsoft.com/office/drawing/2014/main" id="{D234FEF2-6757-4D23-A93A-93E8A9433A51}"/>
              </a:ext>
            </a:extLst>
          </p:cNvPr>
          <p:cNvPicPr>
            <a:picLocks noChangeAspect="1"/>
          </p:cNvPicPr>
          <p:nvPr/>
        </p:nvPicPr>
        <p:blipFill>
          <a:blip r:embed="rId2"/>
          <a:stretch>
            <a:fillRect/>
          </a:stretch>
        </p:blipFill>
        <p:spPr>
          <a:xfrm>
            <a:off x="-4012" y="1600200"/>
            <a:ext cx="9148011" cy="4999922"/>
          </a:xfrm>
          <a:prstGeom prst="rect">
            <a:avLst/>
          </a:prstGeom>
        </p:spPr>
      </p:pic>
      <p:sp>
        <p:nvSpPr>
          <p:cNvPr id="4" name="Rectangle 3">
            <a:extLst>
              <a:ext uri="{FF2B5EF4-FFF2-40B4-BE49-F238E27FC236}">
                <a16:creationId xmlns:a16="http://schemas.microsoft.com/office/drawing/2014/main" id="{5C4C693A-0566-40AA-A14C-67D07123A4EE}"/>
              </a:ext>
            </a:extLst>
          </p:cNvPr>
          <p:cNvSpPr/>
          <p:nvPr/>
        </p:nvSpPr>
        <p:spPr>
          <a:xfrm>
            <a:off x="7848600" y="1628274"/>
            <a:ext cx="1295399" cy="762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53146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2A8D9D-1690-4B42-9F61-7563E0ACD447}"/>
              </a:ext>
            </a:extLst>
          </p:cNvPr>
          <p:cNvPicPr>
            <a:picLocks noChangeAspect="1"/>
          </p:cNvPicPr>
          <p:nvPr/>
        </p:nvPicPr>
        <p:blipFill>
          <a:blip r:embed="rId2"/>
          <a:stretch>
            <a:fillRect/>
          </a:stretch>
        </p:blipFill>
        <p:spPr>
          <a:xfrm>
            <a:off x="0" y="1066800"/>
            <a:ext cx="9144000" cy="5791200"/>
          </a:xfrm>
          <a:prstGeom prst="rect">
            <a:avLst/>
          </a:prstGeom>
        </p:spPr>
      </p:pic>
      <p:sp>
        <p:nvSpPr>
          <p:cNvPr id="6" name="Rectangle 2">
            <a:extLst>
              <a:ext uri="{FF2B5EF4-FFF2-40B4-BE49-F238E27FC236}">
                <a16:creationId xmlns:a16="http://schemas.microsoft.com/office/drawing/2014/main" id="{B64E21CA-E359-4168-928B-B3F8D6AE46EF}"/>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Tree>
    <p:extLst>
      <p:ext uri="{BB962C8B-B14F-4D97-AF65-F5344CB8AC3E}">
        <p14:creationId xmlns:p14="http://schemas.microsoft.com/office/powerpoint/2010/main" val="2852472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2EBA351-EAC6-4DA4-810D-B2C43120C07C}"/>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88E2CEC3-A434-4EDE-9871-4BD0D149B901}"/>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pic>
        <p:nvPicPr>
          <p:cNvPr id="7" name="Picture 11">
            <a:extLst>
              <a:ext uri="{FF2B5EF4-FFF2-40B4-BE49-F238E27FC236}">
                <a16:creationId xmlns:a16="http://schemas.microsoft.com/office/drawing/2014/main" id="{B26B9123-E02D-4514-A8B4-715FFB4839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0947" y="2514600"/>
            <a:ext cx="474445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a:extLst>
              <a:ext uri="{FF2B5EF4-FFF2-40B4-BE49-F238E27FC236}">
                <a16:creationId xmlns:a16="http://schemas.microsoft.com/office/drawing/2014/main" id="{7BB8C29C-C34F-4657-A65C-E6D30A3F61A5}"/>
              </a:ext>
            </a:extLst>
          </p:cNvPr>
          <p:cNvSpPr txBox="1">
            <a:spLocks noRot="1" noChangeArrowheads="1"/>
          </p:cNvSpPr>
          <p:nvPr/>
        </p:nvSpPr>
        <p:spPr bwMode="auto">
          <a:xfrm>
            <a:off x="454780" y="1605980"/>
            <a:ext cx="6945313" cy="717735"/>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000" b="1" kern="0" dirty="0">
                <a:solidFill>
                  <a:srgbClr val="FF0066"/>
                </a:solidFill>
                <a:latin typeface="Arial" panose="020B0604020202020204" pitchFamily="34" charset="0"/>
                <a:cs typeface="Arial" panose="020B0604020202020204" pitchFamily="34" charset="0"/>
              </a:rPr>
              <a:t>QUAN ĐIỂM MÁC – LÊNIN VỀ NGUỒN GỐC NHÀ NƯỚC</a:t>
            </a:r>
          </a:p>
        </p:txBody>
      </p:sp>
      <p:sp>
        <p:nvSpPr>
          <p:cNvPr id="2" name="TextBox 1">
            <a:extLst>
              <a:ext uri="{FF2B5EF4-FFF2-40B4-BE49-F238E27FC236}">
                <a16:creationId xmlns:a16="http://schemas.microsoft.com/office/drawing/2014/main" id="{34EF946D-4E5B-4E2B-B01A-922D426044BF}"/>
              </a:ext>
            </a:extLst>
          </p:cNvPr>
          <p:cNvSpPr txBox="1"/>
          <p:nvPr/>
        </p:nvSpPr>
        <p:spPr>
          <a:xfrm>
            <a:off x="446759" y="3049367"/>
            <a:ext cx="3724188" cy="2246769"/>
          </a:xfrm>
          <a:prstGeom prst="rect">
            <a:avLst/>
          </a:prstGeom>
          <a:noFill/>
        </p:spPr>
        <p:txBody>
          <a:bodyPr wrap="square" rtlCol="0">
            <a:spAutoFit/>
          </a:bodyPr>
          <a:lstStyle/>
          <a:p>
            <a:pPr marL="285750" indent="-285750" algn="just">
              <a:buFont typeface="Wingdings" panose="05000000000000000000" pitchFamily="2" charset="2"/>
              <a:buChar char="à"/>
            </a:pPr>
            <a:r>
              <a:rPr lang="en-US" sz="2000" b="1" dirty="0">
                <a:solidFill>
                  <a:srgbClr val="000099"/>
                </a:solidFill>
                <a:latin typeface="Times New Roman" panose="02020603050405020304" pitchFamily="18" charset="0"/>
                <a:cs typeface="Times New Roman" panose="02020603050405020304" pitchFamily="18" charset="0"/>
                <a:sym typeface="Wingdings" panose="05000000000000000000" pitchFamily="2" charset="2"/>
              </a:rPr>
              <a:t>CHẾ ĐỘ CỘNG SẢN NGUYÊN THỦY VÀ TỔ CHỨC THỊ TỘC – BỘ LẠC</a:t>
            </a:r>
          </a:p>
          <a:p>
            <a:pPr algn="just"/>
            <a:endParaRPr lang="en-US" sz="2000" b="1" dirty="0">
              <a:solidFill>
                <a:srgbClr val="000099"/>
              </a:solidFill>
              <a:latin typeface="Times New Roman" panose="02020603050405020304" pitchFamily="18" charset="0"/>
              <a:cs typeface="Times New Roman" panose="02020603050405020304" pitchFamily="18" charset="0"/>
              <a:sym typeface="Wingdings" panose="05000000000000000000" pitchFamily="2" charset="2"/>
            </a:endParaRPr>
          </a:p>
          <a:p>
            <a:pPr marL="285750" indent="-285750" algn="just">
              <a:buFont typeface="Wingdings" panose="05000000000000000000" pitchFamily="2" charset="2"/>
              <a:buChar char="à"/>
            </a:pPr>
            <a:r>
              <a:rPr lang="en-US" sz="2000" b="1" dirty="0">
                <a:solidFill>
                  <a:srgbClr val="000099"/>
                </a:solidFill>
                <a:latin typeface="Times New Roman" panose="02020603050405020304" pitchFamily="18" charset="0"/>
                <a:cs typeface="Times New Roman" panose="02020603050405020304" pitchFamily="18" charset="0"/>
                <a:sym typeface="Wingdings" panose="05000000000000000000" pitchFamily="2" charset="2"/>
              </a:rPr>
              <a:t>SỰ TAN RÃ CỦA TỔ CHỨC THỊ TỘC VÀ NHÀ NƯỚC XUẤT HIỆN</a:t>
            </a:r>
            <a:endParaRPr lang="en-US" sz="2000" b="1" dirty="0">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1222008"/>
      </p:ext>
    </p:extLst>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2EBA351-EAC6-4DA4-810D-B2C43120C07C}"/>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88E2CEC3-A434-4EDE-9871-4BD0D149B901}"/>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sp>
        <p:nvSpPr>
          <p:cNvPr id="9" name="TextBox 8">
            <a:extLst>
              <a:ext uri="{FF2B5EF4-FFF2-40B4-BE49-F238E27FC236}">
                <a16:creationId xmlns:a16="http://schemas.microsoft.com/office/drawing/2014/main" id="{7102A27C-68DC-4D4F-BDEB-A568DC95C4F0}"/>
              </a:ext>
            </a:extLst>
          </p:cNvPr>
          <p:cNvSpPr txBox="1"/>
          <p:nvPr/>
        </p:nvSpPr>
        <p:spPr>
          <a:xfrm>
            <a:off x="304800" y="3171110"/>
            <a:ext cx="1729184" cy="3170099"/>
          </a:xfrm>
          <a:prstGeom prst="rect">
            <a:avLst/>
          </a:prstGeom>
          <a:solidFill>
            <a:schemeClr val="accent2">
              <a:lumMod val="75000"/>
            </a:schemeClr>
          </a:solidFill>
        </p:spPr>
        <p:style>
          <a:lnRef idx="3">
            <a:schemeClr val="lt1"/>
          </a:lnRef>
          <a:fillRef idx="1">
            <a:schemeClr val="accent2"/>
          </a:fillRef>
          <a:effectRef idx="1">
            <a:schemeClr val="accent2"/>
          </a:effectRef>
          <a:fontRef idx="minor">
            <a:schemeClr val="lt1"/>
          </a:fontRef>
        </p:style>
        <p:txBody>
          <a:bodyPr wrap="square">
            <a:spAutoFit/>
          </a:bodyPr>
          <a:lstStyle/>
          <a:p>
            <a:pPr marL="0" indent="0" algn="ctr" eaLnBrk="1" fontAlgn="auto" hangingPunct="1">
              <a:spcBef>
                <a:spcPts val="1200"/>
              </a:spcBef>
              <a:spcAft>
                <a:spcPts val="1800"/>
              </a:spcAft>
              <a:buFont typeface="Arial" panose="020B0604020202020204" pitchFamily="34" charset="0"/>
              <a:buNone/>
              <a:defRPr/>
            </a:pPr>
            <a:r>
              <a:rPr lang="vi-VN" altLang="en-US" sz="2000" b="1" dirty="0">
                <a:solidFill>
                  <a:schemeClr val="bg1"/>
                </a:solidFill>
                <a:latin typeface="Arial" panose="020B0604020202020204" pitchFamily="34" charset="0"/>
                <a:cs typeface="Arial" panose="020B0604020202020204" pitchFamily="34" charset="0"/>
              </a:rPr>
              <a:t>XÃ HỘI LOÀI NGƯỜI ĐÃ TỒN TẠI PHÁT TRIỂN</a:t>
            </a:r>
            <a:r>
              <a:rPr lang="en-US" altLang="en-US" sz="2000" b="1" dirty="0">
                <a:solidFill>
                  <a:schemeClr val="bg1"/>
                </a:solidFill>
                <a:latin typeface="Arial" panose="020B0604020202020204" pitchFamily="34" charset="0"/>
                <a:cs typeface="Arial" panose="020B0604020202020204" pitchFamily="34" charset="0"/>
              </a:rPr>
              <a:t> </a:t>
            </a:r>
            <a:r>
              <a:rPr lang="vi-VN" altLang="en-US" sz="2000" b="1" dirty="0">
                <a:solidFill>
                  <a:schemeClr val="bg1"/>
                </a:solidFill>
                <a:latin typeface="Arial" panose="020B0604020202020204" pitchFamily="34" charset="0"/>
                <a:cs typeface="Arial" panose="020B0604020202020204" pitchFamily="34" charset="0"/>
              </a:rPr>
              <a:t>THAY ĐỔI QUA 3 LẦN PHÂN CÔNG LAO ĐỘNG</a:t>
            </a:r>
          </a:p>
        </p:txBody>
      </p:sp>
      <p:sp>
        <p:nvSpPr>
          <p:cNvPr id="3" name="Rectangle 2">
            <a:extLst>
              <a:ext uri="{FF2B5EF4-FFF2-40B4-BE49-F238E27FC236}">
                <a16:creationId xmlns:a16="http://schemas.microsoft.com/office/drawing/2014/main" id="{2C948E82-58C1-494B-92ED-98D283086B43}"/>
              </a:ext>
            </a:extLst>
          </p:cNvPr>
          <p:cNvSpPr/>
          <p:nvPr/>
        </p:nvSpPr>
        <p:spPr>
          <a:xfrm>
            <a:off x="2895599" y="3048000"/>
            <a:ext cx="5336381" cy="958666"/>
          </a:xfrm>
          <a:prstGeom prst="rect">
            <a:avLst/>
          </a:prstGeom>
          <a:solidFill>
            <a:srgbClr val="00B0F0"/>
          </a:solidFill>
        </p:spPr>
        <p:style>
          <a:lnRef idx="1">
            <a:schemeClr val="accent4"/>
          </a:lnRef>
          <a:fillRef idx="3">
            <a:schemeClr val="accent4"/>
          </a:fillRef>
          <a:effectRef idx="2">
            <a:schemeClr val="accent4"/>
          </a:effectRef>
          <a:fontRef idx="minor">
            <a:schemeClr val="lt1"/>
          </a:fontRef>
        </p:style>
        <p:txBody>
          <a:bodyPr rtlCol="0" anchor="ctr"/>
          <a:lstStyle/>
          <a:p>
            <a:pPr algn="ctr"/>
            <a:r>
              <a:rPr lang="vi-VN" sz="1400" b="1" dirty="0">
                <a:solidFill>
                  <a:srgbClr val="FF0000"/>
                </a:solidFill>
                <a:latin typeface="Arial"/>
                <a:cs typeface="Arial"/>
              </a:rPr>
              <a:t>LẦN</a:t>
            </a:r>
            <a:r>
              <a:rPr lang="vi-VN" sz="1400" b="1" spc="-30" dirty="0">
                <a:solidFill>
                  <a:srgbClr val="FF0000"/>
                </a:solidFill>
                <a:latin typeface="Arial"/>
                <a:cs typeface="Arial"/>
              </a:rPr>
              <a:t> </a:t>
            </a:r>
            <a:r>
              <a:rPr lang="vi-VN" sz="1400" b="1" dirty="0">
                <a:solidFill>
                  <a:srgbClr val="FF0000"/>
                </a:solidFill>
                <a:latin typeface="Arial"/>
                <a:cs typeface="Arial"/>
              </a:rPr>
              <a:t>1:</a:t>
            </a:r>
            <a:r>
              <a:rPr lang="vi-VN" sz="1400" b="1" spc="-55" dirty="0">
                <a:solidFill>
                  <a:srgbClr val="FF0000"/>
                </a:solidFill>
                <a:latin typeface="Arial"/>
                <a:cs typeface="Arial"/>
              </a:rPr>
              <a:t> </a:t>
            </a:r>
            <a:r>
              <a:rPr lang="vi-VN" sz="1400" b="1" dirty="0">
                <a:latin typeface="Arial"/>
                <a:cs typeface="Arial"/>
              </a:rPr>
              <a:t>CHĂN</a:t>
            </a:r>
            <a:r>
              <a:rPr lang="vi-VN" sz="1400" b="1" spc="-25" dirty="0">
                <a:latin typeface="Arial"/>
                <a:cs typeface="Arial"/>
              </a:rPr>
              <a:t> </a:t>
            </a:r>
            <a:r>
              <a:rPr lang="vi-VN" sz="1400" b="1" dirty="0">
                <a:latin typeface="Arial"/>
                <a:cs typeface="Arial"/>
              </a:rPr>
              <a:t>NUÔI</a:t>
            </a:r>
            <a:r>
              <a:rPr lang="vi-VN" sz="1400" b="1" spc="-60" dirty="0">
                <a:latin typeface="Arial"/>
                <a:cs typeface="Arial"/>
              </a:rPr>
              <a:t> </a:t>
            </a:r>
            <a:r>
              <a:rPr lang="vi-VN" sz="1400" b="1" dirty="0">
                <a:latin typeface="Arial"/>
                <a:cs typeface="Arial"/>
              </a:rPr>
              <a:t>TÁCH</a:t>
            </a:r>
            <a:r>
              <a:rPr lang="vi-VN" sz="1400" b="1" spc="-45" dirty="0">
                <a:latin typeface="Arial"/>
                <a:cs typeface="Arial"/>
              </a:rPr>
              <a:t> </a:t>
            </a:r>
            <a:r>
              <a:rPr lang="vi-VN" sz="1400" b="1" dirty="0">
                <a:latin typeface="Arial"/>
                <a:cs typeface="Arial"/>
              </a:rPr>
              <a:t>KHỎI</a:t>
            </a:r>
            <a:r>
              <a:rPr lang="vi-VN" sz="1400" b="1" spc="-55" dirty="0">
                <a:latin typeface="Arial"/>
                <a:cs typeface="Arial"/>
              </a:rPr>
              <a:t> </a:t>
            </a:r>
            <a:r>
              <a:rPr lang="vi-VN" sz="1400" b="1" dirty="0">
                <a:latin typeface="Arial"/>
                <a:cs typeface="Arial"/>
              </a:rPr>
              <a:t>TRỒNG</a:t>
            </a:r>
            <a:r>
              <a:rPr lang="vi-VN" sz="1400" b="1" spc="-60" dirty="0">
                <a:latin typeface="Arial"/>
                <a:cs typeface="Arial"/>
              </a:rPr>
              <a:t> </a:t>
            </a:r>
            <a:r>
              <a:rPr lang="vi-VN" sz="1400" b="1" spc="-20" dirty="0">
                <a:latin typeface="Arial"/>
                <a:cs typeface="Arial"/>
              </a:rPr>
              <a:t>TRỌT </a:t>
            </a:r>
            <a:endParaRPr lang="en-US" sz="1400" b="1" spc="-20" dirty="0">
              <a:latin typeface="Arial"/>
              <a:cs typeface="Arial"/>
            </a:endParaRPr>
          </a:p>
          <a:p>
            <a:pPr algn="ctr"/>
            <a:r>
              <a:rPr lang="vi-VN" sz="1400" b="1" dirty="0">
                <a:latin typeface="Arial"/>
                <a:cs typeface="Arial"/>
              </a:rPr>
              <a:t>TƯ</a:t>
            </a:r>
            <a:r>
              <a:rPr lang="vi-VN" sz="1400" b="1" spc="-35" dirty="0">
                <a:latin typeface="Arial"/>
                <a:cs typeface="Arial"/>
              </a:rPr>
              <a:t> </a:t>
            </a:r>
            <a:r>
              <a:rPr lang="vi-VN" sz="1400" b="1" dirty="0">
                <a:latin typeface="Arial"/>
                <a:cs typeface="Arial"/>
              </a:rPr>
              <a:t>HỮU</a:t>
            </a:r>
            <a:r>
              <a:rPr lang="vi-VN" sz="1400" b="1" spc="-35" dirty="0">
                <a:latin typeface="Arial"/>
                <a:cs typeface="Arial"/>
              </a:rPr>
              <a:t> </a:t>
            </a:r>
            <a:r>
              <a:rPr lang="vi-VN" sz="1400" b="1" dirty="0">
                <a:latin typeface="Arial"/>
                <a:cs typeface="Arial"/>
              </a:rPr>
              <a:t>XUẪT</a:t>
            </a:r>
            <a:r>
              <a:rPr lang="vi-VN" sz="1400" b="1" spc="-25" dirty="0">
                <a:latin typeface="Arial"/>
                <a:cs typeface="Arial"/>
              </a:rPr>
              <a:t> </a:t>
            </a:r>
            <a:r>
              <a:rPr lang="vi-VN" sz="1400" b="1" spc="-20" dirty="0">
                <a:latin typeface="Arial"/>
                <a:cs typeface="Arial"/>
              </a:rPr>
              <a:t>HIỆN</a:t>
            </a:r>
            <a:endParaRPr lang="vi-VN" sz="1400" dirty="0">
              <a:latin typeface="Arial"/>
              <a:cs typeface="Arial"/>
            </a:endParaRPr>
          </a:p>
          <a:p>
            <a:pPr algn="ctr"/>
            <a:r>
              <a:rPr lang="en-US" sz="1400" b="1" dirty="0">
                <a:latin typeface="Arial"/>
                <a:cs typeface="Arial"/>
              </a:rPr>
              <a:t>XÃ</a:t>
            </a:r>
            <a:r>
              <a:rPr lang="en-US" sz="1400" b="1" spc="-30" dirty="0">
                <a:latin typeface="Arial"/>
                <a:cs typeface="Arial"/>
              </a:rPr>
              <a:t> </a:t>
            </a:r>
            <a:r>
              <a:rPr lang="en-US" sz="1400" b="1" dirty="0">
                <a:latin typeface="Arial"/>
                <a:cs typeface="Arial"/>
              </a:rPr>
              <a:t>HỘI</a:t>
            </a:r>
            <a:r>
              <a:rPr lang="en-US" sz="1400" b="1" spc="-55" dirty="0">
                <a:latin typeface="Arial"/>
                <a:cs typeface="Arial"/>
              </a:rPr>
              <a:t> </a:t>
            </a:r>
            <a:r>
              <a:rPr lang="en-US" sz="1400" b="1" dirty="0">
                <a:latin typeface="Arial"/>
                <a:cs typeface="Arial"/>
              </a:rPr>
              <a:t>BẮT</a:t>
            </a:r>
            <a:r>
              <a:rPr lang="en-US" sz="1400" b="1" spc="-45" dirty="0">
                <a:latin typeface="Arial"/>
                <a:cs typeface="Arial"/>
              </a:rPr>
              <a:t> </a:t>
            </a:r>
            <a:r>
              <a:rPr lang="en-US" sz="1400" b="1" dirty="0">
                <a:latin typeface="Arial"/>
                <a:cs typeface="Arial"/>
              </a:rPr>
              <a:t>ĐẦU</a:t>
            </a:r>
            <a:r>
              <a:rPr lang="en-US" sz="1400" b="1" spc="-30" dirty="0">
                <a:latin typeface="Arial"/>
                <a:cs typeface="Arial"/>
              </a:rPr>
              <a:t> </a:t>
            </a:r>
            <a:r>
              <a:rPr lang="en-US" sz="1400" b="1" dirty="0">
                <a:latin typeface="Arial"/>
                <a:cs typeface="Arial"/>
              </a:rPr>
              <a:t>PHÂN</a:t>
            </a:r>
            <a:r>
              <a:rPr lang="en-US" sz="1400" b="1" spc="-30" dirty="0">
                <a:latin typeface="Arial"/>
                <a:cs typeface="Arial"/>
              </a:rPr>
              <a:t> </a:t>
            </a:r>
            <a:r>
              <a:rPr lang="en-US" sz="1400" b="1" dirty="0">
                <a:latin typeface="Arial"/>
                <a:cs typeface="Arial"/>
              </a:rPr>
              <a:t>CHIA</a:t>
            </a:r>
            <a:r>
              <a:rPr lang="en-US" sz="1400" b="1" spc="-114" dirty="0">
                <a:latin typeface="Arial"/>
                <a:cs typeface="Arial"/>
              </a:rPr>
              <a:t> </a:t>
            </a:r>
            <a:r>
              <a:rPr lang="en-US" sz="1400" b="1" dirty="0">
                <a:latin typeface="Arial"/>
                <a:cs typeface="Arial"/>
              </a:rPr>
              <a:t>GIÀU</a:t>
            </a:r>
            <a:r>
              <a:rPr lang="en-US" sz="1400" b="1" spc="-40" dirty="0">
                <a:latin typeface="Arial"/>
                <a:cs typeface="Arial"/>
              </a:rPr>
              <a:t> </a:t>
            </a:r>
            <a:r>
              <a:rPr lang="en-US" sz="1400" b="1" dirty="0">
                <a:latin typeface="Arial"/>
                <a:cs typeface="Arial"/>
              </a:rPr>
              <a:t>-</a:t>
            </a:r>
            <a:r>
              <a:rPr lang="en-US" sz="1400" b="1" spc="-40" dirty="0">
                <a:latin typeface="Arial"/>
                <a:cs typeface="Arial"/>
              </a:rPr>
              <a:t> </a:t>
            </a:r>
            <a:r>
              <a:rPr lang="en-US" sz="1400" b="1" spc="-10" dirty="0">
                <a:latin typeface="Arial"/>
                <a:cs typeface="Arial"/>
              </a:rPr>
              <a:t>NGHÈO</a:t>
            </a:r>
            <a:endParaRPr lang="en-US" sz="1400" dirty="0">
              <a:latin typeface="Arial"/>
              <a:cs typeface="Arial"/>
            </a:endParaRPr>
          </a:p>
        </p:txBody>
      </p:sp>
      <p:sp>
        <p:nvSpPr>
          <p:cNvPr id="10" name="Rectangle 9">
            <a:extLst>
              <a:ext uri="{FF2B5EF4-FFF2-40B4-BE49-F238E27FC236}">
                <a16:creationId xmlns:a16="http://schemas.microsoft.com/office/drawing/2014/main" id="{48BA197D-1E8B-42A7-8C22-5E22F6E32FFC}"/>
              </a:ext>
            </a:extLst>
          </p:cNvPr>
          <p:cNvSpPr/>
          <p:nvPr/>
        </p:nvSpPr>
        <p:spPr>
          <a:xfrm>
            <a:off x="2895599" y="4276827"/>
            <a:ext cx="5336381" cy="958666"/>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marL="12700" marR="5080" indent="-12700" algn="ctr">
              <a:lnSpc>
                <a:spcPct val="100000"/>
              </a:lnSpc>
              <a:spcBef>
                <a:spcPts val="105"/>
              </a:spcBef>
            </a:pPr>
            <a:r>
              <a:rPr lang="en-US" b="1" dirty="0">
                <a:solidFill>
                  <a:srgbClr val="FF0000"/>
                </a:solidFill>
                <a:latin typeface="Arial"/>
                <a:cs typeface="Arial"/>
              </a:rPr>
              <a:t>LẦN</a:t>
            </a:r>
            <a:r>
              <a:rPr lang="en-US" b="1" spc="-25" dirty="0">
                <a:solidFill>
                  <a:srgbClr val="FF0000"/>
                </a:solidFill>
                <a:latin typeface="Arial"/>
                <a:cs typeface="Arial"/>
              </a:rPr>
              <a:t> </a:t>
            </a:r>
            <a:r>
              <a:rPr lang="en-US" b="1" dirty="0">
                <a:solidFill>
                  <a:srgbClr val="FF0000"/>
                </a:solidFill>
                <a:latin typeface="Arial"/>
                <a:cs typeface="Arial"/>
              </a:rPr>
              <a:t>2:</a:t>
            </a:r>
            <a:r>
              <a:rPr lang="en-US" b="1" spc="-50" dirty="0">
                <a:solidFill>
                  <a:srgbClr val="FF0000"/>
                </a:solidFill>
                <a:latin typeface="Arial"/>
                <a:cs typeface="Arial"/>
              </a:rPr>
              <a:t> </a:t>
            </a:r>
            <a:r>
              <a:rPr lang="en-US" b="1" dirty="0"/>
              <a:t>TIỂU</a:t>
            </a:r>
            <a:r>
              <a:rPr lang="en-US" b="1" spc="-25" dirty="0"/>
              <a:t> </a:t>
            </a:r>
            <a:r>
              <a:rPr lang="en-US" b="1" dirty="0"/>
              <a:t>THỦ</a:t>
            </a:r>
            <a:r>
              <a:rPr lang="en-US" b="1" spc="-20" dirty="0"/>
              <a:t> </a:t>
            </a:r>
            <a:r>
              <a:rPr lang="en-US" b="1" dirty="0"/>
              <a:t>CÔNG</a:t>
            </a:r>
            <a:r>
              <a:rPr lang="en-US" b="1" spc="-50" dirty="0"/>
              <a:t> </a:t>
            </a:r>
            <a:r>
              <a:rPr lang="en-US" b="1" spc="-10" dirty="0"/>
              <a:t>NGHIỆP</a:t>
            </a:r>
            <a:r>
              <a:rPr lang="en-US" b="1" spc="500" dirty="0"/>
              <a:t> </a:t>
            </a:r>
            <a:r>
              <a:rPr lang="en-US" b="1" dirty="0"/>
              <a:t>RA</a:t>
            </a:r>
            <a:r>
              <a:rPr lang="en-US" b="1" spc="-120" dirty="0"/>
              <a:t> </a:t>
            </a:r>
            <a:r>
              <a:rPr lang="en-US" b="1" dirty="0"/>
              <a:t>ĐỜI</a:t>
            </a:r>
          </a:p>
          <a:p>
            <a:pPr marL="12700" marR="5080" indent="50800" algn="ctr">
              <a:lnSpc>
                <a:spcPct val="100000"/>
              </a:lnSpc>
              <a:spcBef>
                <a:spcPts val="105"/>
              </a:spcBef>
            </a:pPr>
            <a:r>
              <a:rPr lang="en-US" b="1" spc="-65" dirty="0"/>
              <a:t> </a:t>
            </a:r>
            <a:r>
              <a:rPr lang="en-US" b="1" dirty="0"/>
              <a:t>ĐẨY</a:t>
            </a:r>
            <a:r>
              <a:rPr lang="en-US" b="1" spc="-80" dirty="0"/>
              <a:t> </a:t>
            </a:r>
            <a:r>
              <a:rPr lang="en-US" b="1" dirty="0"/>
              <a:t>NHANH</a:t>
            </a:r>
            <a:r>
              <a:rPr lang="en-US" b="1" spc="-55" dirty="0"/>
              <a:t> </a:t>
            </a:r>
            <a:r>
              <a:rPr lang="en-US" b="1" dirty="0"/>
              <a:t>QUÁ</a:t>
            </a:r>
            <a:r>
              <a:rPr lang="en-US" b="1" spc="-50" dirty="0"/>
              <a:t> </a:t>
            </a:r>
            <a:r>
              <a:rPr lang="en-US" b="1" dirty="0"/>
              <a:t>TRÌNH</a:t>
            </a:r>
            <a:r>
              <a:rPr lang="en-US" b="1" spc="-50" dirty="0"/>
              <a:t> </a:t>
            </a:r>
            <a:r>
              <a:rPr lang="en-US" b="1" spc="-20" dirty="0"/>
              <a:t>PHÂN</a:t>
            </a:r>
          </a:p>
          <a:p>
            <a:pPr marL="536575" marR="582930" indent="59690" algn="ctr">
              <a:lnSpc>
                <a:spcPct val="100000"/>
              </a:lnSpc>
              <a:tabLst>
                <a:tab pos="3415665" algn="l"/>
              </a:tabLst>
            </a:pPr>
            <a:r>
              <a:rPr lang="en-US" b="1" dirty="0"/>
              <a:t>HOÁ</a:t>
            </a:r>
            <a:r>
              <a:rPr lang="en-US" b="1" spc="-25" dirty="0"/>
              <a:t> </a:t>
            </a:r>
            <a:r>
              <a:rPr lang="en-US" b="1" dirty="0"/>
              <a:t>XÃ</a:t>
            </a:r>
            <a:r>
              <a:rPr lang="en-US" b="1" spc="-10" dirty="0"/>
              <a:t> </a:t>
            </a:r>
            <a:r>
              <a:rPr lang="en-US" b="1" dirty="0"/>
              <a:t>HỘI,</a:t>
            </a:r>
            <a:r>
              <a:rPr lang="en-US" b="1" spc="-45" dirty="0"/>
              <a:t> </a:t>
            </a:r>
            <a:r>
              <a:rPr lang="en-US" b="1" spc="-10" dirty="0"/>
              <a:t>GIÀU-</a:t>
            </a:r>
            <a:r>
              <a:rPr lang="en-US" b="1" spc="-20" dirty="0"/>
              <a:t>NGHÈO </a:t>
            </a:r>
            <a:r>
              <a:rPr lang="en-US" b="1" dirty="0"/>
              <a:t>CÀNG</a:t>
            </a:r>
            <a:r>
              <a:rPr lang="en-US" b="1" spc="-60" dirty="0"/>
              <a:t> </a:t>
            </a:r>
            <a:r>
              <a:rPr lang="en-US" b="1" dirty="0"/>
              <a:t>SÂU</a:t>
            </a:r>
            <a:r>
              <a:rPr lang="en-US" b="1" spc="-35" dirty="0"/>
              <a:t> </a:t>
            </a:r>
            <a:r>
              <a:rPr lang="en-US" b="1" dirty="0"/>
              <a:t>SẮC,</a:t>
            </a:r>
            <a:r>
              <a:rPr lang="en-US" b="1" spc="-35" dirty="0"/>
              <a:t> </a:t>
            </a:r>
            <a:r>
              <a:rPr lang="en-US" b="1" dirty="0"/>
              <a:t>MÂU</a:t>
            </a:r>
            <a:r>
              <a:rPr lang="en-US" b="1" spc="-30" dirty="0"/>
              <a:t> </a:t>
            </a:r>
            <a:r>
              <a:rPr lang="en-US" b="1" spc="-10" dirty="0"/>
              <a:t>THUẪN </a:t>
            </a:r>
            <a:r>
              <a:rPr lang="en-US" b="1" dirty="0"/>
              <a:t>GIAI</a:t>
            </a:r>
            <a:r>
              <a:rPr lang="en-US" b="1" spc="-50" dirty="0"/>
              <a:t> </a:t>
            </a:r>
            <a:r>
              <a:rPr lang="en-US" b="1" dirty="0"/>
              <a:t>CẪP</a:t>
            </a:r>
            <a:r>
              <a:rPr lang="en-US" b="1" spc="-90" dirty="0"/>
              <a:t> </a:t>
            </a:r>
            <a:r>
              <a:rPr lang="en-US" b="1" dirty="0"/>
              <a:t>NGÀY</a:t>
            </a:r>
            <a:r>
              <a:rPr lang="en-US" b="1" spc="-70" dirty="0"/>
              <a:t> </a:t>
            </a:r>
            <a:r>
              <a:rPr lang="en-US" b="1" spc="-20" dirty="0"/>
              <a:t>CÀNG</a:t>
            </a:r>
            <a:r>
              <a:rPr lang="en-US" b="1" dirty="0"/>
              <a:t>	</a:t>
            </a:r>
            <a:r>
              <a:rPr lang="en-US" b="1" spc="-20" dirty="0"/>
              <a:t>TĂNG</a:t>
            </a:r>
          </a:p>
        </p:txBody>
      </p:sp>
      <p:sp>
        <p:nvSpPr>
          <p:cNvPr id="11" name="Rectangle 10">
            <a:extLst>
              <a:ext uri="{FF2B5EF4-FFF2-40B4-BE49-F238E27FC236}">
                <a16:creationId xmlns:a16="http://schemas.microsoft.com/office/drawing/2014/main" id="{66435D87-E845-4343-A4A9-C5C949AACB29}"/>
              </a:ext>
            </a:extLst>
          </p:cNvPr>
          <p:cNvSpPr/>
          <p:nvPr/>
        </p:nvSpPr>
        <p:spPr>
          <a:xfrm>
            <a:off x="2895599" y="5505654"/>
            <a:ext cx="5336381" cy="958666"/>
          </a:xfrm>
          <a:prstGeom prst="rect">
            <a:avLst/>
          </a:prstGeom>
          <a:solidFill>
            <a:schemeClr val="tx2">
              <a:lumMod val="50000"/>
            </a:schemeClr>
          </a:solidFill>
        </p:spPr>
        <p:style>
          <a:lnRef idx="1">
            <a:schemeClr val="accent4"/>
          </a:lnRef>
          <a:fillRef idx="3">
            <a:schemeClr val="accent4"/>
          </a:fillRef>
          <a:effectRef idx="2">
            <a:schemeClr val="accent4"/>
          </a:effectRef>
          <a:fontRef idx="minor">
            <a:schemeClr val="lt1"/>
          </a:fontRef>
        </p:style>
        <p:txBody>
          <a:bodyPr rtlCol="0" anchor="ctr"/>
          <a:lstStyle/>
          <a:p>
            <a:pPr marL="687070" marR="646430" indent="403860" algn="ctr">
              <a:lnSpc>
                <a:spcPct val="100000"/>
              </a:lnSpc>
              <a:spcBef>
                <a:spcPts val="100"/>
              </a:spcBef>
            </a:pPr>
            <a:r>
              <a:rPr lang="vi-VN" sz="1400" b="1" dirty="0">
                <a:solidFill>
                  <a:srgbClr val="FF0000"/>
                </a:solidFill>
                <a:latin typeface="Arial"/>
                <a:cs typeface="Arial"/>
              </a:rPr>
              <a:t>LẦN</a:t>
            </a:r>
            <a:r>
              <a:rPr lang="vi-VN" sz="1400" b="1" spc="-20" dirty="0">
                <a:solidFill>
                  <a:srgbClr val="FF0000"/>
                </a:solidFill>
                <a:latin typeface="Arial"/>
                <a:cs typeface="Arial"/>
              </a:rPr>
              <a:t> </a:t>
            </a:r>
            <a:r>
              <a:rPr lang="vi-VN" sz="1400" b="1" dirty="0">
                <a:solidFill>
                  <a:srgbClr val="FF0000"/>
                </a:solidFill>
                <a:latin typeface="Arial"/>
                <a:cs typeface="Arial"/>
              </a:rPr>
              <a:t>3:</a:t>
            </a:r>
            <a:r>
              <a:rPr lang="vi-VN" sz="1400" b="1" spc="-50" dirty="0">
                <a:solidFill>
                  <a:srgbClr val="FF0000"/>
                </a:solidFill>
                <a:latin typeface="Arial"/>
                <a:cs typeface="Arial"/>
              </a:rPr>
              <a:t> </a:t>
            </a:r>
            <a:r>
              <a:rPr lang="vi-VN" sz="1400" b="1" dirty="0">
                <a:latin typeface="Arial"/>
                <a:cs typeface="Arial"/>
              </a:rPr>
              <a:t>THƯƠNG</a:t>
            </a:r>
            <a:r>
              <a:rPr lang="vi-VN" sz="1400" b="1" spc="-50" dirty="0">
                <a:latin typeface="Arial"/>
                <a:cs typeface="Arial"/>
              </a:rPr>
              <a:t> </a:t>
            </a:r>
            <a:r>
              <a:rPr lang="vi-VN" sz="1400" b="1" dirty="0">
                <a:latin typeface="Arial"/>
                <a:cs typeface="Arial"/>
              </a:rPr>
              <a:t>MẠI</a:t>
            </a:r>
            <a:r>
              <a:rPr lang="vi-VN" sz="1400" b="1" spc="-20" dirty="0">
                <a:latin typeface="Arial"/>
                <a:cs typeface="Arial"/>
              </a:rPr>
              <a:t> </a:t>
            </a:r>
            <a:r>
              <a:rPr lang="vi-VN" sz="1400" b="1" dirty="0">
                <a:latin typeface="Arial"/>
                <a:cs typeface="Arial"/>
              </a:rPr>
              <a:t>RA</a:t>
            </a:r>
            <a:r>
              <a:rPr lang="vi-VN" sz="1400" b="1" spc="-110" dirty="0">
                <a:latin typeface="Arial"/>
                <a:cs typeface="Arial"/>
              </a:rPr>
              <a:t> </a:t>
            </a:r>
            <a:r>
              <a:rPr lang="vi-VN" sz="1400" b="1" spc="-25" dirty="0">
                <a:latin typeface="Arial"/>
                <a:cs typeface="Arial"/>
              </a:rPr>
              <a:t>ĐỜI</a:t>
            </a:r>
            <a:endParaRPr lang="en-US" sz="1400" b="1" spc="-25" dirty="0">
              <a:latin typeface="Arial"/>
              <a:cs typeface="Arial"/>
            </a:endParaRPr>
          </a:p>
          <a:p>
            <a:pPr marL="687070" marR="646430" indent="403860" algn="ctr">
              <a:lnSpc>
                <a:spcPct val="100000"/>
              </a:lnSpc>
              <a:spcBef>
                <a:spcPts val="100"/>
              </a:spcBef>
            </a:pPr>
            <a:r>
              <a:rPr lang="vi-VN" sz="1400" b="1" spc="-25" dirty="0">
                <a:latin typeface="Arial"/>
                <a:cs typeface="Arial"/>
              </a:rPr>
              <a:t> </a:t>
            </a:r>
            <a:r>
              <a:rPr lang="vi-VN" sz="1400" b="1" dirty="0">
                <a:latin typeface="Arial"/>
                <a:cs typeface="Arial"/>
              </a:rPr>
              <a:t>MÂU</a:t>
            </a:r>
            <a:r>
              <a:rPr lang="vi-VN" sz="1400" b="1" spc="-35" dirty="0">
                <a:latin typeface="Arial"/>
                <a:cs typeface="Arial"/>
              </a:rPr>
              <a:t> </a:t>
            </a:r>
            <a:r>
              <a:rPr lang="vi-VN" sz="1400" b="1" dirty="0">
                <a:latin typeface="Arial"/>
                <a:cs typeface="Arial"/>
              </a:rPr>
              <a:t>THUẪN</a:t>
            </a:r>
            <a:r>
              <a:rPr lang="vi-VN" sz="1400" b="1" spc="-45" dirty="0">
                <a:latin typeface="Arial"/>
                <a:cs typeface="Arial"/>
              </a:rPr>
              <a:t> </a:t>
            </a:r>
            <a:r>
              <a:rPr lang="vi-VN" sz="1400" b="1" dirty="0">
                <a:latin typeface="Arial"/>
                <a:cs typeface="Arial"/>
              </a:rPr>
              <a:t>TRONG</a:t>
            </a:r>
            <a:r>
              <a:rPr lang="vi-VN" sz="1400" b="1" spc="-65" dirty="0">
                <a:latin typeface="Arial"/>
                <a:cs typeface="Arial"/>
              </a:rPr>
              <a:t> </a:t>
            </a:r>
            <a:r>
              <a:rPr lang="vi-VN" sz="1400" b="1" dirty="0">
                <a:latin typeface="Arial"/>
                <a:cs typeface="Arial"/>
              </a:rPr>
              <a:t>XÃ</a:t>
            </a:r>
            <a:r>
              <a:rPr lang="vi-VN" sz="1400" b="1" spc="-35" dirty="0">
                <a:latin typeface="Arial"/>
                <a:cs typeface="Arial"/>
              </a:rPr>
              <a:t> </a:t>
            </a:r>
            <a:r>
              <a:rPr lang="vi-VN" sz="1400" b="1" dirty="0">
                <a:latin typeface="Arial"/>
                <a:cs typeface="Arial"/>
              </a:rPr>
              <a:t>HỘI</a:t>
            </a:r>
            <a:r>
              <a:rPr lang="vi-VN" sz="1400" b="1" spc="-55" dirty="0">
                <a:latin typeface="Arial"/>
                <a:cs typeface="Arial"/>
              </a:rPr>
              <a:t> </a:t>
            </a:r>
            <a:r>
              <a:rPr lang="vi-VN" sz="1400" b="1" spc="-20" dirty="0">
                <a:latin typeface="Arial"/>
                <a:cs typeface="Arial"/>
              </a:rPr>
              <a:t>CÀNG </a:t>
            </a:r>
            <a:r>
              <a:rPr lang="vi-VN" sz="1400" b="1" dirty="0">
                <a:latin typeface="Arial"/>
                <a:cs typeface="Arial"/>
              </a:rPr>
              <a:t>THÊM</a:t>
            </a:r>
            <a:r>
              <a:rPr lang="vi-VN" sz="1400" b="1" spc="-40" dirty="0">
                <a:latin typeface="Arial"/>
                <a:cs typeface="Arial"/>
              </a:rPr>
              <a:t> </a:t>
            </a:r>
            <a:r>
              <a:rPr lang="vi-VN" sz="1400" b="1" dirty="0">
                <a:latin typeface="Arial"/>
                <a:cs typeface="Arial"/>
              </a:rPr>
              <a:t>SÂU</a:t>
            </a:r>
            <a:r>
              <a:rPr lang="en-US" b="1" spc="-30" dirty="0">
                <a:latin typeface="Arial"/>
                <a:cs typeface="Arial"/>
              </a:rPr>
              <a:t> </a:t>
            </a:r>
            <a:r>
              <a:rPr lang="vi-VN" sz="1400" b="1" dirty="0">
                <a:latin typeface="Arial"/>
                <a:cs typeface="Arial"/>
              </a:rPr>
              <a:t>SẮC,</a:t>
            </a:r>
            <a:r>
              <a:rPr lang="vi-VN" sz="1400" b="1" spc="-30" dirty="0">
                <a:latin typeface="Arial"/>
                <a:cs typeface="Arial"/>
              </a:rPr>
              <a:t> </a:t>
            </a:r>
            <a:r>
              <a:rPr lang="vi-VN" sz="1400" b="1" dirty="0">
                <a:latin typeface="Arial"/>
                <a:cs typeface="Arial"/>
              </a:rPr>
              <a:t>VẬT</a:t>
            </a:r>
            <a:r>
              <a:rPr lang="vi-VN" sz="1400" b="1" spc="-30" dirty="0">
                <a:latin typeface="Arial"/>
                <a:cs typeface="Arial"/>
              </a:rPr>
              <a:t> </a:t>
            </a:r>
            <a:r>
              <a:rPr lang="vi-VN" sz="1400" b="1" dirty="0">
                <a:latin typeface="Arial"/>
                <a:cs typeface="Arial"/>
              </a:rPr>
              <a:t>TRUNG</a:t>
            </a:r>
            <a:r>
              <a:rPr lang="vi-VN" sz="1400" b="1" spc="-55" dirty="0">
                <a:latin typeface="Arial"/>
                <a:cs typeface="Arial"/>
              </a:rPr>
              <a:t> </a:t>
            </a:r>
            <a:r>
              <a:rPr lang="vi-VN" sz="1400" b="1" spc="-20" dirty="0">
                <a:latin typeface="Arial"/>
                <a:cs typeface="Arial"/>
              </a:rPr>
              <a:t>GIAN</a:t>
            </a:r>
            <a:endParaRPr lang="vi-VN" sz="1400" dirty="0">
              <a:latin typeface="Arial"/>
              <a:cs typeface="Arial"/>
            </a:endParaRPr>
          </a:p>
          <a:p>
            <a:pPr marL="38100" algn="ctr">
              <a:lnSpc>
                <a:spcPct val="100000"/>
              </a:lnSpc>
              <a:spcBef>
                <a:spcPts val="5"/>
              </a:spcBef>
            </a:pPr>
            <a:r>
              <a:rPr lang="vi-VN" sz="1400" b="1" dirty="0">
                <a:latin typeface="Arial"/>
                <a:cs typeface="Arial"/>
              </a:rPr>
              <a:t>TRAO</a:t>
            </a:r>
            <a:r>
              <a:rPr lang="vi-VN" sz="1400" b="1" spc="-45" dirty="0">
                <a:latin typeface="Arial"/>
                <a:cs typeface="Arial"/>
              </a:rPr>
              <a:t> </a:t>
            </a:r>
            <a:r>
              <a:rPr lang="vi-VN" sz="1400" b="1" dirty="0">
                <a:latin typeface="Arial"/>
                <a:cs typeface="Arial"/>
              </a:rPr>
              <a:t>ĐỔI</a:t>
            </a:r>
            <a:r>
              <a:rPr lang="vi-VN" sz="1400" b="1" spc="-60" dirty="0">
                <a:latin typeface="Arial"/>
                <a:cs typeface="Arial"/>
              </a:rPr>
              <a:t> </a:t>
            </a:r>
            <a:r>
              <a:rPr lang="vi-VN" sz="1400" b="1" dirty="0">
                <a:latin typeface="Arial"/>
                <a:cs typeface="Arial"/>
              </a:rPr>
              <a:t>HÀNG</a:t>
            </a:r>
            <a:r>
              <a:rPr lang="vi-VN" sz="1400" b="1" spc="-45" dirty="0">
                <a:latin typeface="Arial"/>
                <a:cs typeface="Arial"/>
              </a:rPr>
              <a:t> </a:t>
            </a:r>
            <a:r>
              <a:rPr lang="vi-VN" sz="1400" b="1" dirty="0">
                <a:latin typeface="Arial"/>
                <a:cs typeface="Arial"/>
              </a:rPr>
              <a:t>HOÁ</a:t>
            </a:r>
            <a:r>
              <a:rPr lang="vi-VN" sz="1400" b="1" spc="-40" dirty="0">
                <a:latin typeface="Arial"/>
                <a:cs typeface="Arial"/>
              </a:rPr>
              <a:t> </a:t>
            </a:r>
            <a:r>
              <a:rPr lang="vi-VN" sz="1400" b="1" dirty="0">
                <a:latin typeface="Arial"/>
                <a:cs typeface="Arial"/>
              </a:rPr>
              <a:t>LÀ</a:t>
            </a:r>
            <a:r>
              <a:rPr lang="vi-VN" sz="1400" b="1" spc="-45" dirty="0">
                <a:latin typeface="Arial"/>
                <a:cs typeface="Arial"/>
              </a:rPr>
              <a:t> </a:t>
            </a:r>
            <a:r>
              <a:rPr lang="vi-VN" sz="1400" b="1" dirty="0">
                <a:latin typeface="Arial"/>
                <a:cs typeface="Arial"/>
              </a:rPr>
              <a:t>TIỀN</a:t>
            </a:r>
            <a:r>
              <a:rPr lang="vi-VN" sz="1400" b="1" spc="-30" dirty="0">
                <a:latin typeface="Arial"/>
                <a:cs typeface="Arial"/>
              </a:rPr>
              <a:t> </a:t>
            </a:r>
            <a:r>
              <a:rPr lang="vi-VN" sz="1400" b="1" dirty="0">
                <a:latin typeface="Arial"/>
                <a:cs typeface="Arial"/>
              </a:rPr>
              <a:t>ĐÃ</a:t>
            </a:r>
            <a:r>
              <a:rPr lang="vi-VN" sz="1400" b="1" spc="-25" dirty="0">
                <a:latin typeface="Arial"/>
                <a:cs typeface="Arial"/>
              </a:rPr>
              <a:t> </a:t>
            </a:r>
            <a:r>
              <a:rPr lang="vi-VN" sz="1400" b="1" dirty="0">
                <a:latin typeface="Arial"/>
                <a:cs typeface="Arial"/>
              </a:rPr>
              <a:t>XUẪT</a:t>
            </a:r>
            <a:r>
              <a:rPr lang="vi-VN" sz="1400" b="1" spc="-35" dirty="0">
                <a:latin typeface="Arial"/>
                <a:cs typeface="Arial"/>
              </a:rPr>
              <a:t> </a:t>
            </a:r>
            <a:r>
              <a:rPr lang="vi-VN" sz="1400" b="1" spc="-15" dirty="0">
                <a:latin typeface="Arial"/>
                <a:cs typeface="Arial"/>
              </a:rPr>
              <a:t>HI</a:t>
            </a:r>
            <a:r>
              <a:rPr lang="vi-VN" sz="1400" b="1" spc="-110" dirty="0">
                <a:latin typeface="Arial"/>
                <a:cs typeface="Arial"/>
              </a:rPr>
              <a:t>Ệ</a:t>
            </a:r>
            <a:r>
              <a:rPr lang="vi-VN" sz="1100" spc="-727" baseline="50000" dirty="0">
                <a:latin typeface="Microsoft Sans Serif"/>
                <a:cs typeface="Microsoft Sans Serif"/>
              </a:rPr>
              <a:t>2</a:t>
            </a:r>
            <a:r>
              <a:rPr lang="vi-VN" sz="1400" b="1" spc="-1005" dirty="0">
                <a:latin typeface="Arial"/>
                <a:cs typeface="Arial"/>
              </a:rPr>
              <a:t>N</a:t>
            </a:r>
            <a:r>
              <a:rPr lang="vi-VN" sz="1100" spc="-30" baseline="50000" dirty="0">
                <a:latin typeface="Microsoft Sans Serif"/>
                <a:cs typeface="Microsoft Sans Serif"/>
              </a:rPr>
              <a:t>7</a:t>
            </a:r>
            <a:endParaRPr lang="vi-VN" sz="1100" baseline="50000" dirty="0">
              <a:latin typeface="Microsoft Sans Serif"/>
              <a:cs typeface="Microsoft Sans Serif"/>
            </a:endParaRPr>
          </a:p>
        </p:txBody>
      </p:sp>
      <p:cxnSp>
        <p:nvCxnSpPr>
          <p:cNvPr id="13" name="Straight Arrow Connector 12">
            <a:extLst>
              <a:ext uri="{FF2B5EF4-FFF2-40B4-BE49-F238E27FC236}">
                <a16:creationId xmlns:a16="http://schemas.microsoft.com/office/drawing/2014/main" id="{890EA1E1-58D1-4874-9B96-C83EC089525B}"/>
              </a:ext>
            </a:extLst>
          </p:cNvPr>
          <p:cNvCxnSpPr>
            <a:cxnSpLocks/>
            <a:stCxn id="9" idx="3"/>
            <a:endCxn id="3" idx="1"/>
          </p:cNvCxnSpPr>
          <p:nvPr/>
        </p:nvCxnSpPr>
        <p:spPr>
          <a:xfrm flipV="1">
            <a:off x="2033984" y="3527333"/>
            <a:ext cx="861615" cy="1228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FB6067D-0162-4762-A533-C265CF9E620F}"/>
              </a:ext>
            </a:extLst>
          </p:cNvPr>
          <p:cNvCxnSpPr>
            <a:cxnSpLocks/>
            <a:stCxn id="9" idx="3"/>
            <a:endCxn id="10" idx="1"/>
          </p:cNvCxnSpPr>
          <p:nvPr/>
        </p:nvCxnSpPr>
        <p:spPr>
          <a:xfrm>
            <a:off x="2033984" y="4756160"/>
            <a:ext cx="8616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6200F29-0D6D-4FFC-819E-C3F0BF8C07EE}"/>
              </a:ext>
            </a:extLst>
          </p:cNvPr>
          <p:cNvCxnSpPr>
            <a:cxnSpLocks/>
            <a:stCxn id="9" idx="3"/>
            <a:endCxn id="11" idx="1"/>
          </p:cNvCxnSpPr>
          <p:nvPr/>
        </p:nvCxnSpPr>
        <p:spPr>
          <a:xfrm>
            <a:off x="2033984" y="4756160"/>
            <a:ext cx="861615" cy="1228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2">
            <a:extLst>
              <a:ext uri="{FF2B5EF4-FFF2-40B4-BE49-F238E27FC236}">
                <a16:creationId xmlns:a16="http://schemas.microsoft.com/office/drawing/2014/main" id="{B18094FD-B094-4DBB-AD56-40286FC1B490}"/>
              </a:ext>
            </a:extLst>
          </p:cNvPr>
          <p:cNvSpPr txBox="1">
            <a:spLocks noRot="1" noChangeArrowheads="1"/>
          </p:cNvSpPr>
          <p:nvPr/>
        </p:nvSpPr>
        <p:spPr bwMode="auto">
          <a:xfrm>
            <a:off x="304800" y="1622357"/>
            <a:ext cx="6945313" cy="717735"/>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000" b="1" kern="0" dirty="0">
                <a:solidFill>
                  <a:srgbClr val="FF0066"/>
                </a:solidFill>
                <a:latin typeface="Arial" panose="020B0604020202020204" pitchFamily="34" charset="0"/>
                <a:cs typeface="Arial" panose="020B0604020202020204" pitchFamily="34" charset="0"/>
              </a:rPr>
              <a:t>QUAN ĐIỂM MÁC – LÊNIN VỀ NGUỒN GỐC NHÀ NƯỚC</a:t>
            </a:r>
          </a:p>
        </p:txBody>
      </p:sp>
    </p:spTree>
    <p:extLst>
      <p:ext uri="{BB962C8B-B14F-4D97-AF65-F5344CB8AC3E}">
        <p14:creationId xmlns:p14="http://schemas.microsoft.com/office/powerpoint/2010/main" val="166555043"/>
      </p:ext>
    </p:extLst>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95293895-87FD-41BA-87E7-1B3957049A71}"/>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pic>
        <p:nvPicPr>
          <p:cNvPr id="3074" name="Picture 2" descr="Lý thuyết bài 6. sự chuyển biến và phân hóa của xã hội nguyên thủy lịch sử  và địa lí 6 sách KNTTVCS">
            <a:extLst>
              <a:ext uri="{FF2B5EF4-FFF2-40B4-BE49-F238E27FC236}">
                <a16:creationId xmlns:a16="http://schemas.microsoft.com/office/drawing/2014/main" id="{CA73FE93-8F4B-4B4C-9587-B080F2867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56" y="2437501"/>
            <a:ext cx="8876475" cy="367008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
            <a:extLst>
              <a:ext uri="{FF2B5EF4-FFF2-40B4-BE49-F238E27FC236}">
                <a16:creationId xmlns:a16="http://schemas.microsoft.com/office/drawing/2014/main" id="{0ED99A90-A4B4-4C1F-8204-BDB088773680}"/>
              </a:ext>
            </a:extLst>
          </p:cNvPr>
          <p:cNvSpPr txBox="1">
            <a:spLocks noRot="1" noChangeArrowheads="1"/>
          </p:cNvSpPr>
          <p:nvPr/>
        </p:nvSpPr>
        <p:spPr bwMode="auto">
          <a:xfrm>
            <a:off x="454780" y="1605980"/>
            <a:ext cx="6945313" cy="717735"/>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000" b="1" kern="0" dirty="0">
                <a:solidFill>
                  <a:srgbClr val="FF0066"/>
                </a:solidFill>
                <a:latin typeface="Arial" panose="020B0604020202020204" pitchFamily="34" charset="0"/>
                <a:cs typeface="Arial" panose="020B0604020202020204" pitchFamily="34" charset="0"/>
              </a:rPr>
              <a:t>QUAN ĐIỂM MÁC – LÊNIN VỀ NGUỒN GỐC NHÀ NƯỚC</a:t>
            </a:r>
          </a:p>
        </p:txBody>
      </p:sp>
    </p:spTree>
    <p:extLst>
      <p:ext uri="{BB962C8B-B14F-4D97-AF65-F5344CB8AC3E}">
        <p14:creationId xmlns:p14="http://schemas.microsoft.com/office/powerpoint/2010/main" val="1831233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95293895-87FD-41BA-87E7-1B3957049A71}"/>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en-US" sz="2600" b="1" kern="0" dirty="0">
                <a:solidFill>
                  <a:srgbClr val="C00000"/>
                </a:solidFill>
              </a:rPr>
              <a:t>I</a:t>
            </a:r>
            <a:r>
              <a:rPr lang="vi-VN" sz="2600" b="1" kern="0" dirty="0">
                <a:solidFill>
                  <a:srgbClr val="C00000"/>
                </a:solidFill>
              </a:rPr>
              <a:t>.</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grpSp>
        <p:nvGrpSpPr>
          <p:cNvPr id="14" name="object 27">
            <a:extLst>
              <a:ext uri="{FF2B5EF4-FFF2-40B4-BE49-F238E27FC236}">
                <a16:creationId xmlns:a16="http://schemas.microsoft.com/office/drawing/2014/main" id="{46A9A3AD-FE23-4508-8A33-418BB3080198}"/>
              </a:ext>
            </a:extLst>
          </p:cNvPr>
          <p:cNvGrpSpPr/>
          <p:nvPr/>
        </p:nvGrpSpPr>
        <p:grpSpPr>
          <a:xfrm>
            <a:off x="1193378" y="2754431"/>
            <a:ext cx="1831795" cy="2573543"/>
            <a:chOff x="3352800" y="2895599"/>
            <a:chExt cx="2133600" cy="2362200"/>
          </a:xfrm>
          <a:solidFill>
            <a:srgbClr val="FFFF00"/>
          </a:solidFill>
        </p:grpSpPr>
        <p:pic>
          <p:nvPicPr>
            <p:cNvPr id="16" name="object 29">
              <a:extLst>
                <a:ext uri="{FF2B5EF4-FFF2-40B4-BE49-F238E27FC236}">
                  <a16:creationId xmlns:a16="http://schemas.microsoft.com/office/drawing/2014/main" id="{BD19F7AA-2883-4DA7-9E9D-6C07DA5B99AD}"/>
                </a:ext>
              </a:extLst>
            </p:cNvPr>
            <p:cNvPicPr/>
            <p:nvPr/>
          </p:nvPicPr>
          <p:blipFill>
            <a:blip r:embed="rId3" cstate="print"/>
            <a:stretch>
              <a:fillRect/>
            </a:stretch>
          </p:blipFill>
          <p:spPr>
            <a:xfrm>
              <a:off x="3457955" y="3518915"/>
              <a:ext cx="1807464" cy="1031748"/>
            </a:xfrm>
            <a:prstGeom prst="rect">
              <a:avLst/>
            </a:prstGeom>
            <a:grpFill/>
          </p:spPr>
        </p:pic>
        <p:sp>
          <p:nvSpPr>
            <p:cNvPr id="17" name="object 30">
              <a:extLst>
                <a:ext uri="{FF2B5EF4-FFF2-40B4-BE49-F238E27FC236}">
                  <a16:creationId xmlns:a16="http://schemas.microsoft.com/office/drawing/2014/main" id="{4FA51AF4-8DC4-465A-82EC-2832ABC2DC78}"/>
                </a:ext>
              </a:extLst>
            </p:cNvPr>
            <p:cNvSpPr/>
            <p:nvPr/>
          </p:nvSpPr>
          <p:spPr>
            <a:xfrm>
              <a:off x="3352800" y="2895599"/>
              <a:ext cx="2133600" cy="2362200"/>
            </a:xfrm>
            <a:custGeom>
              <a:avLst/>
              <a:gdLst/>
              <a:ahLst/>
              <a:cxnLst/>
              <a:rect l="l" t="t" r="r" b="b"/>
              <a:pathLst>
                <a:path w="2133600" h="2362200">
                  <a:moveTo>
                    <a:pt x="1600200" y="0"/>
                  </a:moveTo>
                  <a:lnTo>
                    <a:pt x="1600200" y="590550"/>
                  </a:lnTo>
                  <a:lnTo>
                    <a:pt x="0" y="590550"/>
                  </a:lnTo>
                  <a:lnTo>
                    <a:pt x="0" y="1771650"/>
                  </a:lnTo>
                  <a:lnTo>
                    <a:pt x="1600200" y="1771650"/>
                  </a:lnTo>
                  <a:lnTo>
                    <a:pt x="1600200" y="2362200"/>
                  </a:lnTo>
                  <a:lnTo>
                    <a:pt x="2133600" y="1181100"/>
                  </a:lnTo>
                  <a:lnTo>
                    <a:pt x="1600200" y="0"/>
                  </a:lnTo>
                  <a:close/>
                </a:path>
              </a:pathLst>
            </a:custGeom>
            <a:grpFill/>
          </p:spPr>
          <p:txBody>
            <a:bodyPr wrap="square" lIns="0" tIns="0" rIns="0" bIns="0" rtlCol="0"/>
            <a:lstStyle/>
            <a:p>
              <a:endParaRPr/>
            </a:p>
          </p:txBody>
        </p:sp>
        <p:sp>
          <p:nvSpPr>
            <p:cNvPr id="18" name="object 31">
              <a:extLst>
                <a:ext uri="{FF2B5EF4-FFF2-40B4-BE49-F238E27FC236}">
                  <a16:creationId xmlns:a16="http://schemas.microsoft.com/office/drawing/2014/main" id="{6050E7D8-92B6-43B1-B310-760B11E7FE9C}"/>
                </a:ext>
              </a:extLst>
            </p:cNvPr>
            <p:cNvSpPr/>
            <p:nvPr/>
          </p:nvSpPr>
          <p:spPr>
            <a:xfrm>
              <a:off x="3352800" y="2895599"/>
              <a:ext cx="2133600" cy="2362200"/>
            </a:xfrm>
            <a:custGeom>
              <a:avLst/>
              <a:gdLst/>
              <a:ahLst/>
              <a:cxnLst/>
              <a:rect l="l" t="t" r="r" b="b"/>
              <a:pathLst>
                <a:path w="2133600" h="2362200">
                  <a:moveTo>
                    <a:pt x="0" y="590550"/>
                  </a:moveTo>
                  <a:lnTo>
                    <a:pt x="1600200" y="590550"/>
                  </a:lnTo>
                  <a:lnTo>
                    <a:pt x="1600200" y="0"/>
                  </a:lnTo>
                  <a:lnTo>
                    <a:pt x="2133600" y="1181100"/>
                  </a:lnTo>
                  <a:lnTo>
                    <a:pt x="1600200" y="2362200"/>
                  </a:lnTo>
                  <a:lnTo>
                    <a:pt x="1600200" y="1771650"/>
                  </a:lnTo>
                  <a:lnTo>
                    <a:pt x="0" y="1771650"/>
                  </a:lnTo>
                  <a:lnTo>
                    <a:pt x="0" y="590550"/>
                  </a:lnTo>
                  <a:close/>
                </a:path>
              </a:pathLst>
            </a:custGeom>
            <a:grpFill/>
            <a:ln w="9144">
              <a:solidFill>
                <a:srgbClr val="996600"/>
              </a:solidFill>
            </a:ln>
          </p:spPr>
          <p:txBody>
            <a:bodyPr wrap="square" lIns="0" tIns="0" rIns="0" bIns="0" rtlCol="0"/>
            <a:lstStyle/>
            <a:p>
              <a:endParaRPr/>
            </a:p>
          </p:txBody>
        </p:sp>
      </p:grpSp>
      <p:sp>
        <p:nvSpPr>
          <p:cNvPr id="19" name="object 32">
            <a:extLst>
              <a:ext uri="{FF2B5EF4-FFF2-40B4-BE49-F238E27FC236}">
                <a16:creationId xmlns:a16="http://schemas.microsoft.com/office/drawing/2014/main" id="{CD027632-9609-474A-94AA-158791F920EB}"/>
              </a:ext>
            </a:extLst>
          </p:cNvPr>
          <p:cNvSpPr txBox="1"/>
          <p:nvPr/>
        </p:nvSpPr>
        <p:spPr>
          <a:xfrm>
            <a:off x="1287935" y="3578955"/>
            <a:ext cx="1555115" cy="843821"/>
          </a:xfrm>
          <a:prstGeom prst="rect">
            <a:avLst/>
          </a:prstGeom>
        </p:spPr>
        <p:txBody>
          <a:bodyPr vert="horz" wrap="square" lIns="0" tIns="12700" rIns="0" bIns="0" rtlCol="0">
            <a:spAutoFit/>
          </a:bodyPr>
          <a:lstStyle/>
          <a:p>
            <a:pPr marL="12700" marR="5080" indent="-62865" algn="ctr">
              <a:lnSpc>
                <a:spcPct val="100000"/>
              </a:lnSpc>
              <a:spcBef>
                <a:spcPts val="100"/>
              </a:spcBef>
            </a:pPr>
            <a:r>
              <a:rPr sz="1800" b="1" dirty="0">
                <a:solidFill>
                  <a:srgbClr val="FF0000"/>
                </a:solidFill>
                <a:latin typeface="Arial"/>
                <a:cs typeface="Arial"/>
              </a:rPr>
              <a:t>2 </a:t>
            </a:r>
            <a:r>
              <a:rPr sz="1800" b="1" spc="-10" dirty="0">
                <a:solidFill>
                  <a:srgbClr val="FF0000"/>
                </a:solidFill>
                <a:latin typeface="Arial"/>
                <a:cs typeface="Arial"/>
              </a:rPr>
              <a:t>NGUYÊN </a:t>
            </a:r>
            <a:r>
              <a:rPr sz="1800" b="1" dirty="0">
                <a:solidFill>
                  <a:srgbClr val="FF0000"/>
                </a:solidFill>
                <a:latin typeface="Arial"/>
                <a:cs typeface="Arial"/>
              </a:rPr>
              <a:t>NHÂN</a:t>
            </a:r>
            <a:r>
              <a:rPr sz="1800" b="1" spc="-20" dirty="0">
                <a:solidFill>
                  <a:srgbClr val="FF0000"/>
                </a:solidFill>
                <a:latin typeface="Arial"/>
                <a:cs typeface="Arial"/>
              </a:rPr>
              <a:t> </a:t>
            </a:r>
            <a:r>
              <a:rPr sz="1800" b="1" dirty="0">
                <a:solidFill>
                  <a:srgbClr val="FF0000"/>
                </a:solidFill>
                <a:latin typeface="Arial"/>
                <a:cs typeface="Arial"/>
              </a:rPr>
              <a:t>RA</a:t>
            </a:r>
            <a:r>
              <a:rPr sz="1800" b="1" spc="-80" dirty="0">
                <a:solidFill>
                  <a:srgbClr val="FF0000"/>
                </a:solidFill>
                <a:latin typeface="Arial"/>
                <a:cs typeface="Arial"/>
              </a:rPr>
              <a:t> </a:t>
            </a:r>
            <a:r>
              <a:rPr sz="1800" b="1" spc="-25" dirty="0">
                <a:solidFill>
                  <a:srgbClr val="FF0000"/>
                </a:solidFill>
                <a:latin typeface="Arial"/>
                <a:cs typeface="Arial"/>
              </a:rPr>
              <a:t>ĐỜI </a:t>
            </a:r>
            <a:r>
              <a:rPr sz="1800" b="1" dirty="0">
                <a:solidFill>
                  <a:srgbClr val="FF0000"/>
                </a:solidFill>
                <a:latin typeface="Arial"/>
                <a:cs typeface="Arial"/>
              </a:rPr>
              <a:t>NHÀ</a:t>
            </a:r>
            <a:r>
              <a:rPr sz="1800" b="1" spc="-50" dirty="0">
                <a:solidFill>
                  <a:srgbClr val="FF0000"/>
                </a:solidFill>
                <a:latin typeface="Arial"/>
                <a:cs typeface="Arial"/>
              </a:rPr>
              <a:t> </a:t>
            </a:r>
            <a:r>
              <a:rPr sz="1800" b="1" spc="-20" dirty="0">
                <a:solidFill>
                  <a:srgbClr val="FF0000"/>
                </a:solidFill>
                <a:latin typeface="Arial"/>
                <a:cs typeface="Arial"/>
              </a:rPr>
              <a:t>NƯỚC</a:t>
            </a:r>
            <a:endParaRPr sz="1800" dirty="0">
              <a:solidFill>
                <a:srgbClr val="FF0000"/>
              </a:solidFill>
              <a:latin typeface="Arial"/>
              <a:cs typeface="Arial"/>
            </a:endParaRPr>
          </a:p>
        </p:txBody>
      </p:sp>
      <p:grpSp>
        <p:nvGrpSpPr>
          <p:cNvPr id="20" name="object 18">
            <a:extLst>
              <a:ext uri="{FF2B5EF4-FFF2-40B4-BE49-F238E27FC236}">
                <a16:creationId xmlns:a16="http://schemas.microsoft.com/office/drawing/2014/main" id="{9A38B561-A391-47E5-8AEE-048AD2F806AE}"/>
              </a:ext>
            </a:extLst>
          </p:cNvPr>
          <p:cNvGrpSpPr/>
          <p:nvPr/>
        </p:nvGrpSpPr>
        <p:grpSpPr>
          <a:xfrm>
            <a:off x="3747362" y="2644844"/>
            <a:ext cx="3409305" cy="4134891"/>
            <a:chOff x="5468111" y="1854707"/>
            <a:chExt cx="3639820" cy="4871085"/>
          </a:xfrm>
        </p:grpSpPr>
        <p:pic>
          <p:nvPicPr>
            <p:cNvPr id="21" name="object 19">
              <a:extLst>
                <a:ext uri="{FF2B5EF4-FFF2-40B4-BE49-F238E27FC236}">
                  <a16:creationId xmlns:a16="http://schemas.microsoft.com/office/drawing/2014/main" id="{F1098BCF-F02A-46A1-A40A-7F79ABF5ED0A}"/>
                </a:ext>
              </a:extLst>
            </p:cNvPr>
            <p:cNvPicPr/>
            <p:nvPr/>
          </p:nvPicPr>
          <p:blipFill>
            <a:blip r:embed="rId4" cstate="print"/>
            <a:stretch>
              <a:fillRect/>
            </a:stretch>
          </p:blipFill>
          <p:spPr>
            <a:xfrm>
              <a:off x="5542787" y="1885187"/>
              <a:ext cx="3470148" cy="4765548"/>
            </a:xfrm>
            <a:prstGeom prst="rect">
              <a:avLst/>
            </a:prstGeom>
          </p:spPr>
        </p:pic>
        <p:pic>
          <p:nvPicPr>
            <p:cNvPr id="22" name="object 20">
              <a:extLst>
                <a:ext uri="{FF2B5EF4-FFF2-40B4-BE49-F238E27FC236}">
                  <a16:creationId xmlns:a16="http://schemas.microsoft.com/office/drawing/2014/main" id="{A39F89B1-0F32-480E-9620-4C0013369967}"/>
                </a:ext>
              </a:extLst>
            </p:cNvPr>
            <p:cNvPicPr/>
            <p:nvPr/>
          </p:nvPicPr>
          <p:blipFill>
            <a:blip r:embed="rId5" cstate="print"/>
            <a:stretch>
              <a:fillRect/>
            </a:stretch>
          </p:blipFill>
          <p:spPr>
            <a:xfrm>
              <a:off x="5812535" y="1854707"/>
              <a:ext cx="3294888" cy="3712464"/>
            </a:xfrm>
            <a:prstGeom prst="rect">
              <a:avLst/>
            </a:prstGeom>
          </p:spPr>
        </p:pic>
        <p:pic>
          <p:nvPicPr>
            <p:cNvPr id="23" name="object 21">
              <a:extLst>
                <a:ext uri="{FF2B5EF4-FFF2-40B4-BE49-F238E27FC236}">
                  <a16:creationId xmlns:a16="http://schemas.microsoft.com/office/drawing/2014/main" id="{E3396FE5-F9A5-4F20-875C-21A71B862D67}"/>
                </a:ext>
              </a:extLst>
            </p:cNvPr>
            <p:cNvPicPr/>
            <p:nvPr/>
          </p:nvPicPr>
          <p:blipFill>
            <a:blip r:embed="rId6" cstate="print"/>
            <a:stretch>
              <a:fillRect/>
            </a:stretch>
          </p:blipFill>
          <p:spPr>
            <a:xfrm>
              <a:off x="5487161" y="1981961"/>
              <a:ext cx="3428999" cy="4724400"/>
            </a:xfrm>
            <a:prstGeom prst="rect">
              <a:avLst/>
            </a:prstGeom>
          </p:spPr>
        </p:pic>
        <p:sp>
          <p:nvSpPr>
            <p:cNvPr id="24" name="object 22">
              <a:extLst>
                <a:ext uri="{FF2B5EF4-FFF2-40B4-BE49-F238E27FC236}">
                  <a16:creationId xmlns:a16="http://schemas.microsoft.com/office/drawing/2014/main" id="{638DFF4D-4E5D-4635-BC46-463D1C304C02}"/>
                </a:ext>
              </a:extLst>
            </p:cNvPr>
            <p:cNvSpPr/>
            <p:nvPr/>
          </p:nvSpPr>
          <p:spPr>
            <a:xfrm>
              <a:off x="5487161" y="1981961"/>
              <a:ext cx="3429000" cy="4724400"/>
            </a:xfrm>
            <a:custGeom>
              <a:avLst/>
              <a:gdLst/>
              <a:ahLst/>
              <a:cxnLst/>
              <a:rect l="l" t="t" r="r" b="b"/>
              <a:pathLst>
                <a:path w="3429000" h="4724400">
                  <a:moveTo>
                    <a:pt x="0" y="4724400"/>
                  </a:moveTo>
                  <a:lnTo>
                    <a:pt x="3428999" y="4724400"/>
                  </a:lnTo>
                  <a:lnTo>
                    <a:pt x="3428999" y="0"/>
                  </a:lnTo>
                  <a:lnTo>
                    <a:pt x="0" y="0"/>
                  </a:lnTo>
                  <a:lnTo>
                    <a:pt x="0" y="4724400"/>
                  </a:lnTo>
                  <a:close/>
                </a:path>
              </a:pathLst>
            </a:custGeom>
            <a:ln w="38100">
              <a:solidFill>
                <a:srgbClr val="996600"/>
              </a:solidFill>
            </a:ln>
          </p:spPr>
          <p:txBody>
            <a:bodyPr wrap="square" lIns="0" tIns="0" rIns="0" bIns="0" rtlCol="0"/>
            <a:lstStyle/>
            <a:p>
              <a:endParaRPr/>
            </a:p>
          </p:txBody>
        </p:sp>
      </p:grpSp>
      <p:sp>
        <p:nvSpPr>
          <p:cNvPr id="25" name="object 23">
            <a:extLst>
              <a:ext uri="{FF2B5EF4-FFF2-40B4-BE49-F238E27FC236}">
                <a16:creationId xmlns:a16="http://schemas.microsoft.com/office/drawing/2014/main" id="{81D5061D-9283-437E-A0F6-A493BCB0536F}"/>
              </a:ext>
            </a:extLst>
          </p:cNvPr>
          <p:cNvSpPr txBox="1"/>
          <p:nvPr/>
        </p:nvSpPr>
        <p:spPr>
          <a:xfrm>
            <a:off x="3984038" y="3258354"/>
            <a:ext cx="2040255" cy="320601"/>
          </a:xfrm>
          <a:prstGeom prst="rect">
            <a:avLst/>
          </a:prstGeom>
        </p:spPr>
        <p:txBody>
          <a:bodyPr vert="horz" wrap="square" lIns="0" tIns="12700" rIns="0" bIns="0" rtlCol="0">
            <a:spAutoFit/>
          </a:bodyPr>
          <a:lstStyle/>
          <a:p>
            <a:pPr marL="12700">
              <a:lnSpc>
                <a:spcPct val="100000"/>
              </a:lnSpc>
              <a:spcBef>
                <a:spcPts val="100"/>
              </a:spcBef>
            </a:pPr>
            <a:r>
              <a:rPr sz="2000" b="1" i="1" dirty="0">
                <a:solidFill>
                  <a:srgbClr val="FF0066"/>
                </a:solidFill>
                <a:latin typeface="Arial"/>
                <a:cs typeface="Arial"/>
              </a:rPr>
              <a:t>*</a:t>
            </a:r>
            <a:r>
              <a:rPr sz="2000" b="1" i="1" spc="-30" dirty="0">
                <a:solidFill>
                  <a:srgbClr val="FF0066"/>
                </a:solidFill>
                <a:latin typeface="Arial"/>
                <a:cs typeface="Arial"/>
              </a:rPr>
              <a:t> </a:t>
            </a:r>
            <a:r>
              <a:rPr sz="2000" b="1" i="1" dirty="0">
                <a:solidFill>
                  <a:srgbClr val="FF0066"/>
                </a:solidFill>
                <a:latin typeface="Arial"/>
                <a:cs typeface="Arial"/>
              </a:rPr>
              <a:t>VỀ</a:t>
            </a:r>
            <a:r>
              <a:rPr sz="2000" b="1" i="1" spc="-25" dirty="0">
                <a:solidFill>
                  <a:srgbClr val="FF0066"/>
                </a:solidFill>
                <a:latin typeface="Arial"/>
                <a:cs typeface="Arial"/>
              </a:rPr>
              <a:t> </a:t>
            </a:r>
            <a:r>
              <a:rPr sz="2000" b="1" i="1" dirty="0">
                <a:solidFill>
                  <a:srgbClr val="FF0066"/>
                </a:solidFill>
                <a:latin typeface="Arial"/>
                <a:cs typeface="Arial"/>
              </a:rPr>
              <a:t>KINH</a:t>
            </a:r>
            <a:r>
              <a:rPr sz="2000" b="1" i="1" spc="-20" dirty="0">
                <a:solidFill>
                  <a:srgbClr val="FF0066"/>
                </a:solidFill>
                <a:latin typeface="Arial"/>
                <a:cs typeface="Arial"/>
              </a:rPr>
              <a:t> </a:t>
            </a:r>
            <a:r>
              <a:rPr sz="2000" b="1" i="1" spc="-25" dirty="0">
                <a:solidFill>
                  <a:srgbClr val="FF0066"/>
                </a:solidFill>
                <a:latin typeface="Arial"/>
                <a:cs typeface="Arial"/>
              </a:rPr>
              <a:t>TẾ</a:t>
            </a:r>
            <a:r>
              <a:rPr lang="en-US" sz="2000" b="1" i="1" spc="-25" dirty="0">
                <a:solidFill>
                  <a:srgbClr val="FF0066"/>
                </a:solidFill>
                <a:latin typeface="Arial"/>
                <a:cs typeface="Arial"/>
              </a:rPr>
              <a:t>:</a:t>
            </a:r>
            <a:endParaRPr sz="2000" dirty="0">
              <a:latin typeface="Arial"/>
              <a:cs typeface="Arial"/>
            </a:endParaRPr>
          </a:p>
        </p:txBody>
      </p:sp>
      <p:sp>
        <p:nvSpPr>
          <p:cNvPr id="26" name="object 24">
            <a:extLst>
              <a:ext uri="{FF2B5EF4-FFF2-40B4-BE49-F238E27FC236}">
                <a16:creationId xmlns:a16="http://schemas.microsoft.com/office/drawing/2014/main" id="{DE7C4A89-EFD1-458E-8AC7-9306744A47E1}"/>
              </a:ext>
            </a:extLst>
          </p:cNvPr>
          <p:cNvSpPr txBox="1"/>
          <p:nvPr/>
        </p:nvSpPr>
        <p:spPr>
          <a:xfrm>
            <a:off x="3953012" y="3679023"/>
            <a:ext cx="2901315" cy="558679"/>
          </a:xfrm>
          <a:prstGeom prst="rect">
            <a:avLst/>
          </a:prstGeom>
        </p:spPr>
        <p:txBody>
          <a:bodyPr vert="horz" wrap="square" lIns="0" tIns="1905" rIns="0" bIns="0" rtlCol="0">
            <a:spAutoFit/>
          </a:bodyPr>
          <a:lstStyle/>
          <a:p>
            <a:pPr marL="200025" marR="5080" indent="-187960">
              <a:lnSpc>
                <a:spcPct val="103600"/>
              </a:lnSpc>
              <a:spcBef>
                <a:spcPts val="15"/>
              </a:spcBef>
            </a:pPr>
            <a:r>
              <a:rPr sz="1800" b="1" i="1" dirty="0">
                <a:latin typeface="Arial"/>
                <a:cs typeface="Arial"/>
              </a:rPr>
              <a:t>SỰ</a:t>
            </a:r>
            <a:r>
              <a:rPr sz="1800" b="1" i="1" spc="-40" dirty="0">
                <a:latin typeface="Arial"/>
                <a:cs typeface="Arial"/>
              </a:rPr>
              <a:t> </a:t>
            </a:r>
            <a:r>
              <a:rPr sz="1800" b="1" i="1" dirty="0">
                <a:latin typeface="Arial"/>
                <a:cs typeface="Arial"/>
              </a:rPr>
              <a:t>XUẪT</a:t>
            </a:r>
            <a:r>
              <a:rPr sz="1800" b="1" i="1" spc="-30" dirty="0">
                <a:latin typeface="Arial"/>
                <a:cs typeface="Arial"/>
              </a:rPr>
              <a:t> </a:t>
            </a:r>
            <a:r>
              <a:rPr sz="1800" b="1" i="1" dirty="0">
                <a:latin typeface="Arial"/>
                <a:cs typeface="Arial"/>
              </a:rPr>
              <a:t>HIỆN</a:t>
            </a:r>
            <a:r>
              <a:rPr sz="1800" b="1" i="1" spc="-25" dirty="0">
                <a:latin typeface="Arial"/>
                <a:cs typeface="Arial"/>
              </a:rPr>
              <a:t> </a:t>
            </a:r>
            <a:r>
              <a:rPr sz="1800" b="1" i="1" dirty="0">
                <a:latin typeface="Arial"/>
                <a:cs typeface="Arial"/>
              </a:rPr>
              <a:t>CHẾ</a:t>
            </a:r>
            <a:r>
              <a:rPr sz="1800" b="1" i="1" spc="-45" dirty="0">
                <a:latin typeface="Arial"/>
                <a:cs typeface="Arial"/>
              </a:rPr>
              <a:t> </a:t>
            </a:r>
            <a:r>
              <a:rPr sz="1800" b="1" i="1" spc="-25" dirty="0">
                <a:latin typeface="Arial"/>
                <a:cs typeface="Arial"/>
              </a:rPr>
              <a:t>ĐỘ </a:t>
            </a:r>
            <a:r>
              <a:rPr sz="1800" b="1" i="1" dirty="0">
                <a:latin typeface="Arial"/>
                <a:cs typeface="Arial"/>
              </a:rPr>
              <a:t>TƯ</a:t>
            </a:r>
            <a:r>
              <a:rPr sz="1800" b="1" i="1" spc="-30" dirty="0">
                <a:latin typeface="Arial"/>
                <a:cs typeface="Arial"/>
              </a:rPr>
              <a:t> </a:t>
            </a:r>
            <a:r>
              <a:rPr sz="1800" b="1" i="1" dirty="0">
                <a:latin typeface="Arial"/>
                <a:cs typeface="Arial"/>
              </a:rPr>
              <a:t>HỮU</a:t>
            </a:r>
            <a:r>
              <a:rPr sz="1800" b="1" i="1" spc="-25" dirty="0">
                <a:latin typeface="Arial"/>
                <a:cs typeface="Arial"/>
              </a:rPr>
              <a:t> </a:t>
            </a:r>
            <a:r>
              <a:rPr sz="1800" b="1" i="1" dirty="0">
                <a:latin typeface="Arial"/>
                <a:cs typeface="Arial"/>
              </a:rPr>
              <a:t>VỀ</a:t>
            </a:r>
            <a:r>
              <a:rPr sz="1800" b="1" i="1" spc="-15" dirty="0">
                <a:latin typeface="Arial"/>
                <a:cs typeface="Arial"/>
              </a:rPr>
              <a:t> </a:t>
            </a:r>
            <a:r>
              <a:rPr sz="1800" b="1" i="1" dirty="0">
                <a:latin typeface="Arial"/>
                <a:cs typeface="Arial"/>
              </a:rPr>
              <a:t>TÀI</a:t>
            </a:r>
            <a:r>
              <a:rPr sz="1800" b="1" i="1" spc="-10" dirty="0">
                <a:latin typeface="Arial"/>
                <a:cs typeface="Arial"/>
              </a:rPr>
              <a:t> </a:t>
            </a:r>
            <a:r>
              <a:rPr sz="1800" b="1" i="1" spc="-25" dirty="0">
                <a:latin typeface="Arial"/>
                <a:cs typeface="Arial"/>
              </a:rPr>
              <a:t>SẢN</a:t>
            </a:r>
            <a:endParaRPr sz="1800" dirty="0">
              <a:latin typeface="Arial"/>
              <a:cs typeface="Arial"/>
            </a:endParaRPr>
          </a:p>
        </p:txBody>
      </p:sp>
      <p:sp>
        <p:nvSpPr>
          <p:cNvPr id="27" name="object 25">
            <a:extLst>
              <a:ext uri="{FF2B5EF4-FFF2-40B4-BE49-F238E27FC236}">
                <a16:creationId xmlns:a16="http://schemas.microsoft.com/office/drawing/2014/main" id="{48063CE8-CDC0-4CCB-A628-EB933811D63B}"/>
              </a:ext>
            </a:extLst>
          </p:cNvPr>
          <p:cNvSpPr txBox="1"/>
          <p:nvPr/>
        </p:nvSpPr>
        <p:spPr>
          <a:xfrm>
            <a:off x="4029472" y="4718703"/>
            <a:ext cx="1770380" cy="320601"/>
          </a:xfrm>
          <a:prstGeom prst="rect">
            <a:avLst/>
          </a:prstGeom>
        </p:spPr>
        <p:txBody>
          <a:bodyPr vert="horz" wrap="square" lIns="0" tIns="12700" rIns="0" bIns="0" rtlCol="0">
            <a:spAutoFit/>
          </a:bodyPr>
          <a:lstStyle/>
          <a:p>
            <a:pPr marL="12700">
              <a:lnSpc>
                <a:spcPct val="100000"/>
              </a:lnSpc>
              <a:spcBef>
                <a:spcPts val="100"/>
              </a:spcBef>
            </a:pPr>
            <a:r>
              <a:rPr sz="2000" b="1" i="1" dirty="0">
                <a:solidFill>
                  <a:srgbClr val="FF0066"/>
                </a:solidFill>
                <a:latin typeface="Arial"/>
                <a:cs typeface="Arial"/>
              </a:rPr>
              <a:t>*</a:t>
            </a:r>
            <a:r>
              <a:rPr sz="2000" b="1" i="1" spc="-25" dirty="0">
                <a:solidFill>
                  <a:srgbClr val="FF0066"/>
                </a:solidFill>
                <a:latin typeface="Arial"/>
                <a:cs typeface="Arial"/>
              </a:rPr>
              <a:t> </a:t>
            </a:r>
            <a:r>
              <a:rPr sz="2000" b="1" i="1" dirty="0">
                <a:solidFill>
                  <a:srgbClr val="FF0066"/>
                </a:solidFill>
                <a:latin typeface="Arial"/>
                <a:cs typeface="Arial"/>
              </a:rPr>
              <a:t>VỀ</a:t>
            </a:r>
            <a:r>
              <a:rPr sz="2000" b="1" i="1" spc="-15" dirty="0">
                <a:solidFill>
                  <a:srgbClr val="FF0066"/>
                </a:solidFill>
                <a:latin typeface="Arial"/>
                <a:cs typeface="Arial"/>
              </a:rPr>
              <a:t> </a:t>
            </a:r>
            <a:r>
              <a:rPr sz="2000" b="1" i="1" dirty="0">
                <a:solidFill>
                  <a:srgbClr val="FF0066"/>
                </a:solidFill>
                <a:latin typeface="Arial"/>
                <a:cs typeface="Arial"/>
              </a:rPr>
              <a:t>XÃ</a:t>
            </a:r>
            <a:r>
              <a:rPr sz="2000" b="1" i="1" spc="-10" dirty="0">
                <a:solidFill>
                  <a:srgbClr val="FF0066"/>
                </a:solidFill>
                <a:latin typeface="Arial"/>
                <a:cs typeface="Arial"/>
              </a:rPr>
              <a:t> </a:t>
            </a:r>
            <a:r>
              <a:rPr sz="2000" b="1" i="1" spc="-25" dirty="0">
                <a:solidFill>
                  <a:srgbClr val="FF0066"/>
                </a:solidFill>
                <a:latin typeface="Arial"/>
                <a:cs typeface="Arial"/>
              </a:rPr>
              <a:t>HỘI</a:t>
            </a:r>
            <a:r>
              <a:rPr lang="en-US" sz="2000" b="1" i="1" spc="-25" dirty="0">
                <a:solidFill>
                  <a:srgbClr val="FF0066"/>
                </a:solidFill>
                <a:latin typeface="Arial"/>
                <a:cs typeface="Arial"/>
              </a:rPr>
              <a:t>:</a:t>
            </a:r>
            <a:endParaRPr sz="2000" dirty="0">
              <a:solidFill>
                <a:srgbClr val="FF0066"/>
              </a:solidFill>
              <a:latin typeface="Arial"/>
              <a:cs typeface="Arial"/>
            </a:endParaRPr>
          </a:p>
        </p:txBody>
      </p:sp>
      <p:sp>
        <p:nvSpPr>
          <p:cNvPr id="28" name="object 26">
            <a:extLst>
              <a:ext uri="{FF2B5EF4-FFF2-40B4-BE49-F238E27FC236}">
                <a16:creationId xmlns:a16="http://schemas.microsoft.com/office/drawing/2014/main" id="{5468A885-8E6F-4DEC-96D2-8EA4BF372FEA}"/>
              </a:ext>
            </a:extLst>
          </p:cNvPr>
          <p:cNvSpPr txBox="1"/>
          <p:nvPr/>
        </p:nvSpPr>
        <p:spPr>
          <a:xfrm>
            <a:off x="3815095" y="5150781"/>
            <a:ext cx="3177148" cy="1532471"/>
          </a:xfrm>
          <a:prstGeom prst="rect">
            <a:avLst/>
          </a:prstGeom>
        </p:spPr>
        <p:txBody>
          <a:bodyPr vert="horz" wrap="square" lIns="0" tIns="2540" rIns="0" bIns="0" rtlCol="0">
            <a:spAutoFit/>
          </a:bodyPr>
          <a:lstStyle/>
          <a:p>
            <a:pPr marL="12700" marR="5080" algn="ctr">
              <a:lnSpc>
                <a:spcPct val="103499"/>
              </a:lnSpc>
              <a:spcBef>
                <a:spcPts val="20"/>
              </a:spcBef>
            </a:pPr>
            <a:r>
              <a:rPr sz="1800" b="1" i="1" dirty="0">
                <a:latin typeface="Arial"/>
                <a:cs typeface="Arial"/>
              </a:rPr>
              <a:t>SỰ</a:t>
            </a:r>
            <a:r>
              <a:rPr sz="1800" b="1" i="1" spc="-70" dirty="0">
                <a:latin typeface="Arial"/>
                <a:cs typeface="Arial"/>
              </a:rPr>
              <a:t> </a:t>
            </a:r>
            <a:r>
              <a:rPr sz="1800" b="1" i="1" dirty="0">
                <a:latin typeface="Arial"/>
                <a:cs typeface="Arial"/>
              </a:rPr>
              <a:t>PHÂN</a:t>
            </a:r>
            <a:r>
              <a:rPr sz="1800" b="1" i="1" spc="-30" dirty="0">
                <a:latin typeface="Arial"/>
                <a:cs typeface="Arial"/>
              </a:rPr>
              <a:t> </a:t>
            </a:r>
            <a:r>
              <a:rPr sz="1800" b="1" i="1" spc="-10" dirty="0">
                <a:latin typeface="Arial"/>
                <a:cs typeface="Arial"/>
              </a:rPr>
              <a:t>CHIA</a:t>
            </a:r>
            <a:r>
              <a:rPr sz="1800" b="1" i="1" spc="-114" dirty="0">
                <a:latin typeface="Arial"/>
                <a:cs typeface="Arial"/>
              </a:rPr>
              <a:t> </a:t>
            </a:r>
            <a:r>
              <a:rPr sz="1800" b="1" i="1" spc="-20" dirty="0">
                <a:latin typeface="Arial"/>
                <a:cs typeface="Arial"/>
              </a:rPr>
              <a:t>THÀNH </a:t>
            </a:r>
            <a:r>
              <a:rPr sz="1800" b="1" i="1" dirty="0">
                <a:latin typeface="Arial"/>
                <a:cs typeface="Arial"/>
              </a:rPr>
              <a:t>GIAI</a:t>
            </a:r>
            <a:r>
              <a:rPr sz="1800" b="1" i="1" spc="-50" dirty="0">
                <a:latin typeface="Arial"/>
                <a:cs typeface="Arial"/>
              </a:rPr>
              <a:t> </a:t>
            </a:r>
            <a:r>
              <a:rPr sz="1800" b="1" i="1" dirty="0">
                <a:latin typeface="Arial"/>
                <a:cs typeface="Arial"/>
              </a:rPr>
              <a:t>CẪP</a:t>
            </a:r>
            <a:r>
              <a:rPr sz="1800" b="1" i="1" spc="-90" dirty="0">
                <a:latin typeface="Arial"/>
                <a:cs typeface="Arial"/>
              </a:rPr>
              <a:t> </a:t>
            </a:r>
            <a:r>
              <a:rPr sz="1800" b="1" i="1" dirty="0">
                <a:latin typeface="Arial"/>
                <a:cs typeface="Arial"/>
              </a:rPr>
              <a:t>ĐỐI</a:t>
            </a:r>
            <a:r>
              <a:rPr sz="1800" b="1" i="1" spc="-40" dirty="0">
                <a:latin typeface="Arial"/>
                <a:cs typeface="Arial"/>
              </a:rPr>
              <a:t> </a:t>
            </a:r>
            <a:r>
              <a:rPr sz="1800" b="1" i="1" spc="-20" dirty="0">
                <a:latin typeface="Arial"/>
                <a:cs typeface="Arial"/>
              </a:rPr>
              <a:t>KHÁNG</a:t>
            </a:r>
            <a:endParaRPr sz="1800" dirty="0">
              <a:latin typeface="Arial"/>
              <a:cs typeface="Arial"/>
            </a:endParaRPr>
          </a:p>
          <a:p>
            <a:pPr marR="327660" algn="ctr">
              <a:lnSpc>
                <a:spcPct val="100000"/>
              </a:lnSpc>
              <a:spcBef>
                <a:spcPts val="480"/>
              </a:spcBef>
            </a:pPr>
            <a:r>
              <a:rPr lang="en-US" sz="1800" b="1" i="1" dirty="0">
                <a:latin typeface="Arial"/>
                <a:cs typeface="Arial"/>
              </a:rPr>
              <a:t>MÂU THUẪN GIAI CẤP </a:t>
            </a:r>
            <a:r>
              <a:rPr sz="1800" b="1" i="1" dirty="0">
                <a:latin typeface="Arial"/>
                <a:cs typeface="Arial"/>
              </a:rPr>
              <a:t>KHÔNG</a:t>
            </a:r>
            <a:r>
              <a:rPr sz="1800" b="1" i="1" spc="-55" dirty="0">
                <a:latin typeface="Arial"/>
                <a:cs typeface="Arial"/>
              </a:rPr>
              <a:t> </a:t>
            </a:r>
            <a:r>
              <a:rPr sz="1800" b="1" i="1" spc="-25" dirty="0">
                <a:latin typeface="Arial"/>
                <a:cs typeface="Arial"/>
              </a:rPr>
              <a:t>THỂ</a:t>
            </a:r>
            <a:endParaRPr sz="1800" dirty="0">
              <a:latin typeface="Arial"/>
              <a:cs typeface="Arial"/>
            </a:endParaRPr>
          </a:p>
          <a:p>
            <a:pPr marR="328930" algn="ctr">
              <a:lnSpc>
                <a:spcPct val="100000"/>
              </a:lnSpc>
              <a:spcBef>
                <a:spcPts val="480"/>
              </a:spcBef>
            </a:pPr>
            <a:r>
              <a:rPr sz="1800" b="1" i="1" dirty="0">
                <a:latin typeface="Arial"/>
                <a:cs typeface="Arial"/>
              </a:rPr>
              <a:t>ĐIỀU</a:t>
            </a:r>
            <a:r>
              <a:rPr sz="1800" b="1" i="1" spc="-20" dirty="0">
                <a:latin typeface="Arial"/>
                <a:cs typeface="Arial"/>
              </a:rPr>
              <a:t> </a:t>
            </a:r>
            <a:r>
              <a:rPr sz="1800" b="1" i="1" dirty="0">
                <a:latin typeface="Arial"/>
                <a:cs typeface="Arial"/>
              </a:rPr>
              <a:t>HOÀ</a:t>
            </a:r>
            <a:r>
              <a:rPr sz="1800" b="1" i="1" spc="-40" dirty="0">
                <a:latin typeface="Arial"/>
                <a:cs typeface="Arial"/>
              </a:rPr>
              <a:t> </a:t>
            </a:r>
            <a:r>
              <a:rPr sz="1800" b="1" i="1" spc="-20" dirty="0">
                <a:latin typeface="Arial"/>
                <a:cs typeface="Arial"/>
              </a:rPr>
              <a:t>ĐƯỢC</a:t>
            </a:r>
            <a:endParaRPr sz="1800" dirty="0">
              <a:latin typeface="Arial"/>
              <a:cs typeface="Arial"/>
            </a:endParaRPr>
          </a:p>
        </p:txBody>
      </p:sp>
      <p:sp>
        <p:nvSpPr>
          <p:cNvPr id="29" name="Rectangle 2">
            <a:extLst>
              <a:ext uri="{FF2B5EF4-FFF2-40B4-BE49-F238E27FC236}">
                <a16:creationId xmlns:a16="http://schemas.microsoft.com/office/drawing/2014/main" id="{361DED8A-860D-4DA0-8E06-B232197265A9}"/>
              </a:ext>
            </a:extLst>
          </p:cNvPr>
          <p:cNvSpPr txBox="1">
            <a:spLocks noRot="1" noChangeArrowheads="1"/>
          </p:cNvSpPr>
          <p:nvPr/>
        </p:nvSpPr>
        <p:spPr bwMode="auto">
          <a:xfrm>
            <a:off x="454780" y="1605980"/>
            <a:ext cx="6945313" cy="717735"/>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000" b="1" kern="0" dirty="0">
                <a:solidFill>
                  <a:srgbClr val="FF0066"/>
                </a:solidFill>
                <a:latin typeface="Arial" panose="020B0604020202020204" pitchFamily="34" charset="0"/>
                <a:cs typeface="Arial" panose="020B0604020202020204" pitchFamily="34" charset="0"/>
              </a:rPr>
              <a:t>QUAN ĐIỂM MÁC – LÊNIN VỀ NGUỒN GỐC NHÀ NƯỚC</a:t>
            </a:r>
          </a:p>
        </p:txBody>
      </p:sp>
    </p:spTree>
    <p:extLst>
      <p:ext uri="{BB962C8B-B14F-4D97-AF65-F5344CB8AC3E}">
        <p14:creationId xmlns:p14="http://schemas.microsoft.com/office/powerpoint/2010/main" val="3998225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object 33">
            <a:extLst>
              <a:ext uri="{FF2B5EF4-FFF2-40B4-BE49-F238E27FC236}">
                <a16:creationId xmlns:a16="http://schemas.microsoft.com/office/drawing/2014/main" id="{95293895-87FD-41BA-87E7-1B3957049A71}"/>
              </a:ext>
            </a:extLst>
          </p:cNvPr>
          <p:cNvSpPr txBox="1">
            <a:spLocks/>
          </p:cNvSpPr>
          <p:nvPr/>
        </p:nvSpPr>
        <p:spPr bwMode="auto">
          <a:xfrm>
            <a:off x="0" y="1143000"/>
            <a:ext cx="4785360" cy="412934"/>
          </a:xfrm>
          <a:prstGeom prst="rect">
            <a:avLst/>
          </a:prstGeom>
          <a:noFill/>
          <a:ln w="9525">
            <a:noFill/>
            <a:miter lim="800000"/>
            <a:headEnd/>
            <a:tailEnd/>
          </a:ln>
        </p:spPr>
        <p:txBody>
          <a:bodyPr vert="horz" wrap="square" lIns="0" tIns="12700" rIns="0" bIns="0" numCol="1" rtlCol="0" anchor="b" anchorCtr="0" compatLnSpc="1">
            <a:prstTxWarp prst="textNoShape">
              <a:avLst/>
            </a:prstTxWarp>
            <a:spAutoFit/>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12700">
              <a:spcBef>
                <a:spcPts val="100"/>
              </a:spcBef>
            </a:pPr>
            <a:r>
              <a:rPr lang="vi-VN" sz="2600" b="1" kern="0" dirty="0">
                <a:solidFill>
                  <a:srgbClr val="C00000"/>
                </a:solidFill>
              </a:rPr>
              <a:t>1.</a:t>
            </a:r>
            <a:r>
              <a:rPr lang="vi-VN" sz="2600" b="1" kern="0" spc="-10" dirty="0">
                <a:solidFill>
                  <a:srgbClr val="C00000"/>
                </a:solidFill>
              </a:rPr>
              <a:t> </a:t>
            </a:r>
            <a:r>
              <a:rPr lang="vi-VN" sz="2600" b="1" kern="0" dirty="0">
                <a:solidFill>
                  <a:srgbClr val="C00000"/>
                </a:solidFill>
              </a:rPr>
              <a:t>NGUỒN</a:t>
            </a:r>
            <a:r>
              <a:rPr lang="vi-VN" sz="2600" b="1" kern="0" spc="-5" dirty="0">
                <a:solidFill>
                  <a:srgbClr val="C00000"/>
                </a:solidFill>
              </a:rPr>
              <a:t> </a:t>
            </a:r>
            <a:r>
              <a:rPr lang="vi-VN" sz="2600" b="1" kern="0" dirty="0">
                <a:solidFill>
                  <a:srgbClr val="C00000"/>
                </a:solidFill>
              </a:rPr>
              <a:t>GỐC</a:t>
            </a:r>
            <a:r>
              <a:rPr lang="vi-VN" sz="2600" b="1" kern="0" spc="5" dirty="0">
                <a:solidFill>
                  <a:srgbClr val="C00000"/>
                </a:solidFill>
              </a:rPr>
              <a:t> </a:t>
            </a:r>
            <a:r>
              <a:rPr lang="vi-VN" sz="2600" b="1" kern="0" dirty="0">
                <a:solidFill>
                  <a:srgbClr val="C00000"/>
                </a:solidFill>
              </a:rPr>
              <a:t>NHÀ</a:t>
            </a:r>
            <a:r>
              <a:rPr lang="vi-VN" sz="2600" b="1" kern="0" spc="-5" dirty="0">
                <a:solidFill>
                  <a:srgbClr val="C00000"/>
                </a:solidFill>
              </a:rPr>
              <a:t> </a:t>
            </a:r>
            <a:r>
              <a:rPr lang="vi-VN" sz="2600" b="1" kern="0" spc="-20" dirty="0">
                <a:solidFill>
                  <a:srgbClr val="C00000"/>
                </a:solidFill>
              </a:rPr>
              <a:t>NƯỚC</a:t>
            </a:r>
            <a:endParaRPr lang="vi-VN" sz="2600" b="1" kern="0" dirty="0"/>
          </a:p>
        </p:txBody>
      </p:sp>
      <p:pic>
        <p:nvPicPr>
          <p:cNvPr id="7" name="Picture 2">
            <a:extLst>
              <a:ext uri="{FF2B5EF4-FFF2-40B4-BE49-F238E27FC236}">
                <a16:creationId xmlns:a16="http://schemas.microsoft.com/office/drawing/2014/main" id="{FA9E0809-C79D-4A33-A6DE-8776295CC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49597"/>
            <a:ext cx="8153400" cy="520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0882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7" name="Rectangle 2">
            <a:extLst>
              <a:ext uri="{FF2B5EF4-FFF2-40B4-BE49-F238E27FC236}">
                <a16:creationId xmlns:a16="http://schemas.microsoft.com/office/drawing/2014/main" id="{7C6B8F9D-7608-483E-9375-E0CDDB6CAB21}"/>
              </a:ext>
            </a:extLst>
          </p:cNvPr>
          <p:cNvSpPr>
            <a:spLocks noGrp="1" noRot="1" noChangeArrowheads="1"/>
          </p:cNvSpPr>
          <p:nvPr>
            <p:ph type="title"/>
          </p:nvPr>
        </p:nvSpPr>
        <p:spPr>
          <a:xfrm>
            <a:off x="0" y="914400"/>
            <a:ext cx="7519987" cy="841280"/>
          </a:xfrm>
        </p:spPr>
        <p:txBody>
          <a:bodyPr/>
          <a:lstStyle/>
          <a:p>
            <a:pPr eaLnBrk="1" hangingPunct="1"/>
            <a:r>
              <a:rPr lang="en-US" altLang="en-US" sz="2400" b="1" dirty="0">
                <a:solidFill>
                  <a:srgbClr val="C00000"/>
                </a:solidFill>
                <a:latin typeface="Arial" panose="020B0604020202020204" pitchFamily="34" charset="0"/>
                <a:cs typeface="Arial" panose="020B0604020202020204" pitchFamily="34" charset="0"/>
              </a:rPr>
              <a:t>II. KHÁI NIỆM, BẢN CHẤT CỦA NHÀ NƯỚC</a:t>
            </a:r>
          </a:p>
        </p:txBody>
      </p:sp>
      <p:pic>
        <p:nvPicPr>
          <p:cNvPr id="4100" name="Picture 4" descr="Phân biệt nhà nước với quốc gia">
            <a:extLst>
              <a:ext uri="{FF2B5EF4-FFF2-40B4-BE49-F238E27FC236}">
                <a16:creationId xmlns:a16="http://schemas.microsoft.com/office/drawing/2014/main" id="{646DD835-8440-4260-B57C-BBBC861031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20743"/>
            <a:ext cx="9144000" cy="54864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46411B07-7C16-4DFF-A171-F60D9DC355ED}"/>
              </a:ext>
            </a:extLst>
          </p:cNvPr>
          <p:cNvSpPr>
            <a:spLocks noGrp="1" noRot="1" noChangeArrowheads="1"/>
          </p:cNvSpPr>
          <p:nvPr>
            <p:ph idx="1"/>
          </p:nvPr>
        </p:nvSpPr>
        <p:spPr>
          <a:xfrm>
            <a:off x="381000" y="1755680"/>
            <a:ext cx="8007350" cy="4811713"/>
          </a:xfrm>
        </p:spPr>
        <p:txBody>
          <a:bodyPr/>
          <a:lstStyle/>
          <a:p>
            <a:pPr marL="0" indent="0" eaLnBrk="1" hangingPunct="1">
              <a:spcAft>
                <a:spcPts val="1200"/>
              </a:spcAft>
              <a:buFont typeface="Wingdings 3" panose="05040102010807070707" pitchFamily="18" charset="2"/>
              <a:buNone/>
              <a:defRPr/>
            </a:pPr>
            <a:r>
              <a:rPr lang="en-US" altLang="en-US" sz="2400" b="1" dirty="0">
                <a:solidFill>
                  <a:srgbClr val="CC00FF"/>
                </a:solidFill>
                <a:latin typeface="Arial" panose="020B0604020202020204" pitchFamily="34" charset="0"/>
                <a:cs typeface="Arial" panose="020B0604020202020204" pitchFamily="34" charset="0"/>
              </a:rPr>
              <a:t>1. KHÁI NIỆM NHÀ NƯỚC</a:t>
            </a:r>
          </a:p>
          <a:p>
            <a:pPr marL="609600" indent="-609600" eaLnBrk="1" hangingPunct="1">
              <a:spcBef>
                <a:spcPts val="1200"/>
              </a:spcBef>
              <a:spcAft>
                <a:spcPts val="1200"/>
              </a:spcAft>
              <a:buFont typeface="Arial" panose="020B0604020202020204" pitchFamily="34" charset="0"/>
              <a:buChar char="•"/>
              <a:defRPr/>
            </a:pPr>
            <a:r>
              <a:rPr lang="en-US" altLang="en-US" sz="3200" dirty="0" err="1">
                <a:solidFill>
                  <a:schemeClr val="bg1"/>
                </a:solidFill>
                <a:latin typeface="Times New Roman" panose="02020603050405020304" pitchFamily="18" charset="0"/>
                <a:cs typeface="Times New Roman" panose="02020603050405020304" pitchFamily="18" charset="0"/>
              </a:rPr>
              <a:t>Là</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một</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bộ</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máy</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quyền</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lực</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đặc</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biệt</a:t>
            </a:r>
            <a:endParaRPr lang="en-US" altLang="en-US" sz="3200" dirty="0">
              <a:solidFill>
                <a:schemeClr val="bg1"/>
              </a:solidFill>
              <a:latin typeface="Times New Roman" panose="02020603050405020304" pitchFamily="18" charset="0"/>
              <a:cs typeface="Times New Roman" panose="02020603050405020304" pitchFamily="18" charset="0"/>
            </a:endParaRPr>
          </a:p>
          <a:p>
            <a:pPr marL="609600" indent="-609600" eaLnBrk="1" hangingPunct="1">
              <a:spcBef>
                <a:spcPts val="1200"/>
              </a:spcBef>
              <a:spcAft>
                <a:spcPts val="1200"/>
              </a:spcAft>
              <a:buFont typeface="Arial" panose="020B0604020202020204" pitchFamily="34" charset="0"/>
              <a:buChar char="•"/>
              <a:defRPr/>
            </a:pPr>
            <a:r>
              <a:rPr lang="en-US" altLang="en-US" sz="3200" dirty="0">
                <a:solidFill>
                  <a:schemeClr val="bg1"/>
                </a:solidFill>
                <a:latin typeface="Times New Roman" panose="02020603050405020304" pitchFamily="18" charset="0"/>
                <a:cs typeface="Times New Roman" panose="02020603050405020304" pitchFamily="18" charset="0"/>
              </a:rPr>
              <a:t>Do </a:t>
            </a:r>
            <a:r>
              <a:rPr lang="en-US" altLang="en-US" sz="3200" dirty="0" err="1">
                <a:solidFill>
                  <a:schemeClr val="bg1"/>
                </a:solidFill>
                <a:latin typeface="Times New Roman" panose="02020603050405020304" pitchFamily="18" charset="0"/>
                <a:cs typeface="Times New Roman" panose="02020603050405020304" pitchFamily="18" charset="0"/>
              </a:rPr>
              <a:t>giai</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cấp</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thống</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trị</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lập</a:t>
            </a:r>
            <a:r>
              <a:rPr lang="en-US" altLang="en-US" sz="3200" dirty="0">
                <a:solidFill>
                  <a:schemeClr val="bg1"/>
                </a:solidFill>
                <a:latin typeface="Times New Roman" panose="02020603050405020304" pitchFamily="18" charset="0"/>
                <a:cs typeface="Times New Roman" panose="02020603050405020304" pitchFamily="18" charset="0"/>
              </a:rPr>
              <a:t> ra</a:t>
            </a:r>
          </a:p>
          <a:p>
            <a:pPr marL="609600" indent="-609600" eaLnBrk="1" hangingPunct="1">
              <a:spcBef>
                <a:spcPts val="1200"/>
              </a:spcBef>
              <a:spcAft>
                <a:spcPts val="1200"/>
              </a:spcAft>
              <a:buFont typeface="Arial" panose="020B0604020202020204" pitchFamily="34" charset="0"/>
              <a:buChar char="•"/>
              <a:defRPr/>
            </a:pPr>
            <a:r>
              <a:rPr lang="en-US" altLang="en-US" sz="3200" dirty="0" err="1">
                <a:solidFill>
                  <a:schemeClr val="bg1"/>
                </a:solidFill>
                <a:latin typeface="Times New Roman" panose="02020603050405020304" pitchFamily="18" charset="0"/>
                <a:cs typeface="Times New Roman" panose="02020603050405020304" pitchFamily="18" charset="0"/>
              </a:rPr>
              <a:t>Nhằm</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bảo</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vệ</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lợi</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ích</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của</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giai</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cấp</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thống</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trị</a:t>
            </a:r>
            <a:endParaRPr lang="en-US" altLang="en-US" sz="3200" dirty="0">
              <a:solidFill>
                <a:schemeClr val="bg1"/>
              </a:solidFill>
              <a:latin typeface="Times New Roman" panose="02020603050405020304" pitchFamily="18" charset="0"/>
              <a:cs typeface="Times New Roman" panose="02020603050405020304" pitchFamily="18" charset="0"/>
            </a:endParaRPr>
          </a:p>
          <a:p>
            <a:pPr marL="609600" indent="-609600" eaLnBrk="1" hangingPunct="1">
              <a:spcBef>
                <a:spcPts val="1200"/>
              </a:spcBef>
              <a:spcAft>
                <a:spcPts val="1200"/>
              </a:spcAft>
              <a:buFont typeface="Arial" panose="020B0604020202020204" pitchFamily="34" charset="0"/>
              <a:buChar char="•"/>
              <a:defRPr/>
            </a:pPr>
            <a:r>
              <a:rPr lang="en-US" altLang="en-US" sz="3200" dirty="0" err="1">
                <a:solidFill>
                  <a:schemeClr val="bg1"/>
                </a:solidFill>
                <a:latin typeface="Times New Roman" panose="02020603050405020304" pitchFamily="18" charset="0"/>
                <a:cs typeface="Times New Roman" panose="02020603050405020304" pitchFamily="18" charset="0"/>
              </a:rPr>
              <a:t>Thực</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hiện</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chức</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năng</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quản</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lý</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xã</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hội</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theo</a:t>
            </a:r>
            <a:r>
              <a:rPr lang="en-US" altLang="en-US" sz="3200" dirty="0">
                <a:solidFill>
                  <a:schemeClr val="bg1"/>
                </a:solidFill>
                <a:latin typeface="Times New Roman" panose="02020603050405020304" pitchFamily="18" charset="0"/>
                <a:cs typeface="Times New Roman" panose="02020603050405020304" pitchFamily="18" charset="0"/>
              </a:rPr>
              <a:t> ý </a:t>
            </a:r>
            <a:r>
              <a:rPr lang="en-US" altLang="en-US" sz="3200" dirty="0" err="1">
                <a:solidFill>
                  <a:schemeClr val="bg1"/>
                </a:solidFill>
                <a:latin typeface="Times New Roman" panose="02020603050405020304" pitchFamily="18" charset="0"/>
                <a:cs typeface="Times New Roman" panose="02020603050405020304" pitchFamily="18" charset="0"/>
              </a:rPr>
              <a:t>chí</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của</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giai</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cấp</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thống</a:t>
            </a:r>
            <a:r>
              <a:rPr lang="en-US" altLang="en-US" sz="3200" dirty="0">
                <a:solidFill>
                  <a:schemeClr val="bg1"/>
                </a:solidFill>
                <a:latin typeface="Times New Roman" panose="02020603050405020304" pitchFamily="18" charset="0"/>
                <a:cs typeface="Times New Roman" panose="02020603050405020304" pitchFamily="18" charset="0"/>
              </a:rPr>
              <a:t> </a:t>
            </a:r>
            <a:r>
              <a:rPr lang="en-US" altLang="en-US" sz="3200" dirty="0" err="1">
                <a:solidFill>
                  <a:schemeClr val="bg1"/>
                </a:solidFill>
                <a:latin typeface="Times New Roman" panose="02020603050405020304" pitchFamily="18" charset="0"/>
                <a:cs typeface="Times New Roman" panose="02020603050405020304" pitchFamily="18" charset="0"/>
              </a:rPr>
              <a:t>trị</a:t>
            </a:r>
            <a:r>
              <a:rPr lang="en-US" altLang="en-US" sz="3200"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58707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7" name="Rectangle 2">
            <a:extLst>
              <a:ext uri="{FF2B5EF4-FFF2-40B4-BE49-F238E27FC236}">
                <a16:creationId xmlns:a16="http://schemas.microsoft.com/office/drawing/2014/main" id="{7C6B8F9D-7608-483E-9375-E0CDDB6CAB21}"/>
              </a:ext>
            </a:extLst>
          </p:cNvPr>
          <p:cNvSpPr>
            <a:spLocks noGrp="1" noRot="1" noChangeArrowheads="1"/>
          </p:cNvSpPr>
          <p:nvPr>
            <p:ph type="title"/>
          </p:nvPr>
        </p:nvSpPr>
        <p:spPr>
          <a:xfrm>
            <a:off x="0" y="914400"/>
            <a:ext cx="7519987" cy="714887"/>
          </a:xfrm>
        </p:spPr>
        <p:txBody>
          <a:bodyPr/>
          <a:lstStyle/>
          <a:p>
            <a:pPr eaLnBrk="1" hangingPunct="1"/>
            <a:r>
              <a:rPr lang="en-US" altLang="en-US" sz="2400" b="1" dirty="0">
                <a:solidFill>
                  <a:srgbClr val="C00000"/>
                </a:solidFill>
                <a:latin typeface="Arial" panose="020B0604020202020204" pitchFamily="34" charset="0"/>
                <a:cs typeface="Arial" panose="020B0604020202020204" pitchFamily="34" charset="0"/>
              </a:rPr>
              <a:t>II. KHÁI NIỆM, BẢN CHẤT CỦA NHÀ NƯỚC</a:t>
            </a:r>
          </a:p>
        </p:txBody>
      </p:sp>
      <p:pic>
        <p:nvPicPr>
          <p:cNvPr id="5122" name="Picture 2" descr="Bản chất của nhà nước là gì, có vai trò thế nào?">
            <a:extLst>
              <a:ext uri="{FF2B5EF4-FFF2-40B4-BE49-F238E27FC236}">
                <a16:creationId xmlns:a16="http://schemas.microsoft.com/office/drawing/2014/main" id="{EE42E61D-3ED7-40BE-B1E1-A8C6C89F5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52" y="1629287"/>
            <a:ext cx="9123947" cy="4916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462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19" name="object 39">
            <a:extLst>
              <a:ext uri="{FF2B5EF4-FFF2-40B4-BE49-F238E27FC236}">
                <a16:creationId xmlns:a16="http://schemas.microsoft.com/office/drawing/2014/main" id="{9C9259EB-E661-4B86-96F1-9195B862E08B}"/>
              </a:ext>
            </a:extLst>
          </p:cNvPr>
          <p:cNvSpPr txBox="1"/>
          <p:nvPr/>
        </p:nvSpPr>
        <p:spPr>
          <a:xfrm>
            <a:off x="767481" y="5990369"/>
            <a:ext cx="8384540" cy="422275"/>
          </a:xfrm>
          <a:prstGeom prst="rect">
            <a:avLst/>
          </a:prstGeom>
        </p:spPr>
        <p:txBody>
          <a:bodyPr vert="horz" wrap="square" lIns="0" tIns="12700" rIns="0" bIns="0" rtlCol="0">
            <a:spAutoFit/>
          </a:bodyPr>
          <a:lstStyle/>
          <a:p>
            <a:pPr marL="12700">
              <a:lnSpc>
                <a:spcPct val="100000"/>
              </a:lnSpc>
              <a:spcBef>
                <a:spcPts val="100"/>
              </a:spcBef>
            </a:pPr>
            <a:r>
              <a:rPr sz="2600" b="1" i="1" dirty="0">
                <a:solidFill>
                  <a:srgbClr val="000099"/>
                </a:solidFill>
                <a:latin typeface="Times New Roman" panose="02020603050405020304" pitchFamily="18" charset="0"/>
                <a:cs typeface="Times New Roman" panose="02020603050405020304" pitchFamily="18" charset="0"/>
              </a:rPr>
              <a:t>Bản</a:t>
            </a:r>
            <a:r>
              <a:rPr sz="2600" b="1" i="1" spc="-2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chất</a:t>
            </a:r>
            <a:r>
              <a:rPr sz="2600" b="1" i="1" spc="-2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Nhà</a:t>
            </a:r>
            <a:r>
              <a:rPr sz="2600" b="1" i="1" spc="-2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nước</a:t>
            </a:r>
            <a:r>
              <a:rPr sz="2600" b="1" i="1" spc="-40"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là</a:t>
            </a:r>
            <a:r>
              <a:rPr sz="2600" b="1" i="1" spc="-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vấn</a:t>
            </a:r>
            <a:r>
              <a:rPr sz="2600" b="1" i="1" spc="-2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đề</a:t>
            </a:r>
            <a:r>
              <a:rPr sz="2600" b="1" i="1" spc="-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cơ</a:t>
            </a:r>
            <a:r>
              <a:rPr sz="2600" b="1" i="1" spc="-10"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bản</a:t>
            </a:r>
            <a:r>
              <a:rPr sz="2600" b="1" i="1" spc="-2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của</a:t>
            </a:r>
            <a:r>
              <a:rPr sz="2600" b="1" i="1" spc="-25"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mọi</a:t>
            </a:r>
            <a:r>
              <a:rPr sz="2600" b="1" i="1" spc="-10" dirty="0">
                <a:solidFill>
                  <a:srgbClr val="000099"/>
                </a:solidFill>
                <a:latin typeface="Times New Roman" panose="02020603050405020304" pitchFamily="18" charset="0"/>
                <a:cs typeface="Times New Roman" panose="02020603050405020304" pitchFamily="18" charset="0"/>
              </a:rPr>
              <a:t> </a:t>
            </a:r>
            <a:r>
              <a:rPr sz="2600" b="1" i="1" dirty="0">
                <a:solidFill>
                  <a:srgbClr val="000099"/>
                </a:solidFill>
                <a:latin typeface="Times New Roman" panose="02020603050405020304" pitchFamily="18" charset="0"/>
                <a:cs typeface="Times New Roman" panose="02020603050405020304" pitchFamily="18" charset="0"/>
              </a:rPr>
              <a:t>thời</a:t>
            </a:r>
            <a:r>
              <a:rPr sz="2600" b="1" i="1" spc="-15" dirty="0">
                <a:solidFill>
                  <a:srgbClr val="000099"/>
                </a:solidFill>
                <a:latin typeface="Times New Roman" panose="02020603050405020304" pitchFamily="18" charset="0"/>
                <a:cs typeface="Times New Roman" panose="02020603050405020304" pitchFamily="18" charset="0"/>
              </a:rPr>
              <a:t> </a:t>
            </a:r>
            <a:r>
              <a:rPr sz="2600" b="1" i="1" spc="-25" dirty="0">
                <a:solidFill>
                  <a:srgbClr val="000099"/>
                </a:solidFill>
                <a:latin typeface="Times New Roman" panose="02020603050405020304" pitchFamily="18" charset="0"/>
                <a:cs typeface="Times New Roman" panose="02020603050405020304" pitchFamily="18" charset="0"/>
              </a:rPr>
              <a:t>đại</a:t>
            </a:r>
            <a:endParaRPr sz="2600" i="1" dirty="0">
              <a:latin typeface="Times New Roman" panose="02020603050405020304" pitchFamily="18" charset="0"/>
              <a:cs typeface="Times New Roman" panose="02020603050405020304" pitchFamily="18" charset="0"/>
            </a:endParaRPr>
          </a:p>
        </p:txBody>
      </p:sp>
      <p:sp>
        <p:nvSpPr>
          <p:cNvPr id="20" name="Rectangle 2">
            <a:extLst>
              <a:ext uri="{FF2B5EF4-FFF2-40B4-BE49-F238E27FC236}">
                <a16:creationId xmlns:a16="http://schemas.microsoft.com/office/drawing/2014/main" id="{448BEDCB-DF28-410A-84BA-B3460466D90F}"/>
              </a:ext>
            </a:extLst>
          </p:cNvPr>
          <p:cNvSpPr>
            <a:spLocks noGrp="1" noRot="1" noChangeArrowheads="1"/>
          </p:cNvSpPr>
          <p:nvPr>
            <p:ph type="title"/>
          </p:nvPr>
        </p:nvSpPr>
        <p:spPr>
          <a:xfrm>
            <a:off x="156410" y="980797"/>
            <a:ext cx="7519987" cy="714887"/>
          </a:xfrm>
        </p:spPr>
        <p:txBody>
          <a:bodyPr/>
          <a:lstStyle/>
          <a:p>
            <a:pPr eaLnBrk="1" hangingPunct="1"/>
            <a:r>
              <a:rPr lang="en-US" altLang="en-US" sz="2400" b="1" dirty="0">
                <a:solidFill>
                  <a:srgbClr val="C00000"/>
                </a:solidFill>
                <a:latin typeface="Arial" panose="020B0604020202020204" pitchFamily="34" charset="0"/>
                <a:cs typeface="Arial" panose="020B0604020202020204" pitchFamily="34" charset="0"/>
              </a:rPr>
              <a:t>II. KHÁI NIỆM, BẢN CHẤT CỦA NHÀ NƯỚC</a:t>
            </a:r>
          </a:p>
        </p:txBody>
      </p:sp>
      <p:pic>
        <p:nvPicPr>
          <p:cNvPr id="22" name="Picture 21">
            <a:extLst>
              <a:ext uri="{FF2B5EF4-FFF2-40B4-BE49-F238E27FC236}">
                <a16:creationId xmlns:a16="http://schemas.microsoft.com/office/drawing/2014/main" id="{FA03DB44-6B47-4052-B4E6-1297899D5C72}"/>
              </a:ext>
            </a:extLst>
          </p:cNvPr>
          <p:cNvPicPr>
            <a:picLocks noChangeAspect="1"/>
          </p:cNvPicPr>
          <p:nvPr/>
        </p:nvPicPr>
        <p:blipFill>
          <a:blip r:embed="rId2"/>
          <a:stretch>
            <a:fillRect/>
          </a:stretch>
        </p:blipFill>
        <p:spPr>
          <a:xfrm>
            <a:off x="152400" y="1627144"/>
            <a:ext cx="8230749" cy="4039164"/>
          </a:xfrm>
          <a:prstGeom prst="rect">
            <a:avLst/>
          </a:prstGeom>
        </p:spPr>
      </p:pic>
      <p:sp>
        <p:nvSpPr>
          <p:cNvPr id="23" name="Rectangle 22">
            <a:extLst>
              <a:ext uri="{FF2B5EF4-FFF2-40B4-BE49-F238E27FC236}">
                <a16:creationId xmlns:a16="http://schemas.microsoft.com/office/drawing/2014/main" id="{5B5EC48D-55AF-4E4B-839A-23C79447D05F}"/>
              </a:ext>
            </a:extLst>
          </p:cNvPr>
          <p:cNvSpPr/>
          <p:nvPr/>
        </p:nvSpPr>
        <p:spPr>
          <a:xfrm>
            <a:off x="7704471" y="1593552"/>
            <a:ext cx="9144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93648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8" name="Rectangle 3">
            <a:extLst>
              <a:ext uri="{FF2B5EF4-FFF2-40B4-BE49-F238E27FC236}">
                <a16:creationId xmlns:a16="http://schemas.microsoft.com/office/drawing/2014/main" id="{46411B07-7C16-4DFF-A171-F60D9DC355ED}"/>
              </a:ext>
            </a:extLst>
          </p:cNvPr>
          <p:cNvSpPr>
            <a:spLocks noGrp="1" noRot="1" noChangeArrowheads="1"/>
          </p:cNvSpPr>
          <p:nvPr>
            <p:ph idx="1"/>
          </p:nvPr>
        </p:nvSpPr>
        <p:spPr>
          <a:xfrm>
            <a:off x="407193" y="1688678"/>
            <a:ext cx="4926807" cy="609600"/>
          </a:xfrm>
        </p:spPr>
        <p:txBody>
          <a:bodyPr/>
          <a:lstStyle/>
          <a:p>
            <a:pPr marL="0" indent="0" eaLnBrk="1" hangingPunct="1">
              <a:spcAft>
                <a:spcPts val="1200"/>
              </a:spcAft>
              <a:buFont typeface="Wingdings 3" panose="05040102010807070707" pitchFamily="18" charset="2"/>
              <a:buNone/>
              <a:defRPr/>
            </a:pPr>
            <a:r>
              <a:rPr lang="en-US" altLang="en-US" sz="2000" b="1" dirty="0">
                <a:solidFill>
                  <a:srgbClr val="0070C0"/>
                </a:solidFill>
                <a:latin typeface="Arial" panose="020B0604020202020204" pitchFamily="34" charset="0"/>
                <a:cs typeface="Arial" panose="020B0604020202020204" pitchFamily="34" charset="0"/>
              </a:rPr>
              <a:t>2. BẢN CHẤT CỦA NHÀ NƯỚC</a:t>
            </a:r>
          </a:p>
        </p:txBody>
      </p:sp>
      <p:sp>
        <p:nvSpPr>
          <p:cNvPr id="3" name="Rectangle: Rounded Corners 2">
            <a:extLst>
              <a:ext uri="{FF2B5EF4-FFF2-40B4-BE49-F238E27FC236}">
                <a16:creationId xmlns:a16="http://schemas.microsoft.com/office/drawing/2014/main" id="{E08C0DFF-9B0B-49F8-B9C1-2E423536A71A}"/>
              </a:ext>
            </a:extLst>
          </p:cNvPr>
          <p:cNvSpPr/>
          <p:nvPr/>
        </p:nvSpPr>
        <p:spPr>
          <a:xfrm>
            <a:off x="419225" y="2743200"/>
            <a:ext cx="1104775" cy="2736476"/>
          </a:xfrm>
          <a:prstGeom prst="roundRect">
            <a:avLst/>
          </a:prstGeom>
          <a:solidFill>
            <a:srgbClr val="CC990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200" b="1" dirty="0"/>
              <a:t>BẢN CHẤT GIAI CẤP</a:t>
            </a:r>
          </a:p>
        </p:txBody>
      </p:sp>
      <p:pic>
        <p:nvPicPr>
          <p:cNvPr id="10" name="Picture 9">
            <a:extLst>
              <a:ext uri="{FF2B5EF4-FFF2-40B4-BE49-F238E27FC236}">
                <a16:creationId xmlns:a16="http://schemas.microsoft.com/office/drawing/2014/main" id="{5EF4B5D3-828F-4CB1-8787-79769DE9F8D7}"/>
              </a:ext>
            </a:extLst>
          </p:cNvPr>
          <p:cNvPicPr>
            <a:picLocks noChangeAspect="1"/>
          </p:cNvPicPr>
          <p:nvPr/>
        </p:nvPicPr>
        <p:blipFill>
          <a:blip r:embed="rId2"/>
          <a:stretch>
            <a:fillRect/>
          </a:stretch>
        </p:blipFill>
        <p:spPr>
          <a:xfrm>
            <a:off x="6225620" y="1049337"/>
            <a:ext cx="2848373" cy="2212129"/>
          </a:xfrm>
          <a:prstGeom prst="rect">
            <a:avLst/>
          </a:prstGeom>
        </p:spPr>
      </p:pic>
      <p:sp>
        <p:nvSpPr>
          <p:cNvPr id="20" name="TextBox 19">
            <a:extLst>
              <a:ext uri="{FF2B5EF4-FFF2-40B4-BE49-F238E27FC236}">
                <a16:creationId xmlns:a16="http://schemas.microsoft.com/office/drawing/2014/main" id="{7BA7C4C5-5A85-4899-B259-8BA98DD1757E}"/>
              </a:ext>
            </a:extLst>
          </p:cNvPr>
          <p:cNvSpPr txBox="1"/>
          <p:nvPr/>
        </p:nvSpPr>
        <p:spPr>
          <a:xfrm>
            <a:off x="1524000" y="3005354"/>
            <a:ext cx="5791201" cy="2616101"/>
          </a:xfrm>
          <a:prstGeom prst="rect">
            <a:avLst/>
          </a:prstGeom>
          <a:noFill/>
        </p:spPr>
        <p:txBody>
          <a:bodyPr wrap="square">
            <a:spAutoFit/>
          </a:bodyPr>
          <a:lstStyle/>
          <a:p>
            <a:pPr marL="285750" indent="-285750" algn="just">
              <a:spcAft>
                <a:spcPts val="600"/>
              </a:spcAft>
              <a:buFontTx/>
              <a:buChar char="-"/>
              <a:defRPr/>
            </a:pPr>
            <a:r>
              <a:rPr lang="en-US" altLang="en-US" sz="2400" dirty="0" err="1">
                <a:solidFill>
                  <a:schemeClr val="bg2">
                    <a:lumMod val="75000"/>
                  </a:schemeClr>
                </a:solidFill>
                <a:latin typeface="Arial" panose="020B0604020202020204" pitchFamily="34" charset="0"/>
                <a:cs typeface="Arial" panose="020B0604020202020204" pitchFamily="34" charset="0"/>
              </a:rPr>
              <a:t>Nhà</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nước</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là</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bộ</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máy</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cưỡng</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chế</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đặc</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biệt</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nằm</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trong</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tay</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giai</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cấp</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cầm</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quyền</a:t>
            </a:r>
            <a:r>
              <a:rPr lang="en-US" altLang="en-US" sz="2400" dirty="0">
                <a:solidFill>
                  <a:schemeClr val="bg2">
                    <a:lumMod val="75000"/>
                  </a:schemeClr>
                </a:solidFill>
                <a:latin typeface="Arial" panose="020B0604020202020204" pitchFamily="34" charset="0"/>
                <a:cs typeface="Arial" panose="020B0604020202020204" pitchFamily="34" charset="0"/>
              </a:rPr>
              <a:t>.</a:t>
            </a:r>
          </a:p>
          <a:p>
            <a:pPr algn="just">
              <a:spcAft>
                <a:spcPts val="600"/>
              </a:spcAft>
              <a:defRPr/>
            </a:pPr>
            <a:endParaRPr lang="en-US" altLang="en-US" sz="1000" i="1" dirty="0">
              <a:solidFill>
                <a:schemeClr val="bg2">
                  <a:lumMod val="75000"/>
                </a:schemeClr>
              </a:solidFill>
              <a:latin typeface="Arial" panose="020B0604020202020204" pitchFamily="34" charset="0"/>
              <a:cs typeface="Arial" panose="020B0604020202020204" pitchFamily="34" charset="0"/>
            </a:endParaRPr>
          </a:p>
          <a:p>
            <a:pPr marL="285750" indent="-285750" algn="just">
              <a:spcAft>
                <a:spcPts val="600"/>
              </a:spcAft>
              <a:buFontTx/>
              <a:buChar char="-"/>
              <a:defRPr/>
            </a:pPr>
            <a:r>
              <a:rPr lang="en-US" altLang="en-US" sz="2400" dirty="0" err="1">
                <a:solidFill>
                  <a:schemeClr val="bg2">
                    <a:lumMod val="75000"/>
                  </a:schemeClr>
                </a:solidFill>
                <a:latin typeface="Arial" panose="020B0604020202020204" pitchFamily="34" charset="0"/>
                <a:cs typeface="Arial" panose="020B0604020202020204" pitchFamily="34" charset="0"/>
              </a:rPr>
              <a:t>Giai</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cấp</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cầm</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quyền</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sử</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dụng</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Nhà</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nước</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để</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duy</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trì</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sự</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thống</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trị</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của</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mình</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đối</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với</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toàn</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xã</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hội</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trên</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cả</a:t>
            </a:r>
            <a:r>
              <a:rPr lang="en-US" altLang="en-US" sz="2400" dirty="0">
                <a:solidFill>
                  <a:schemeClr val="bg2">
                    <a:lumMod val="75000"/>
                  </a:schemeClr>
                </a:solidFill>
                <a:latin typeface="Arial" panose="020B0604020202020204" pitchFamily="34" charset="0"/>
                <a:cs typeface="Arial" panose="020B0604020202020204" pitchFamily="34" charset="0"/>
              </a:rPr>
              <a:t> 3 </a:t>
            </a:r>
            <a:r>
              <a:rPr lang="en-US" altLang="en-US" sz="2400" dirty="0" err="1">
                <a:solidFill>
                  <a:schemeClr val="bg2">
                    <a:lumMod val="75000"/>
                  </a:schemeClr>
                </a:solidFill>
                <a:latin typeface="Arial" panose="020B0604020202020204" pitchFamily="34" charset="0"/>
                <a:cs typeface="Arial" panose="020B0604020202020204" pitchFamily="34" charset="0"/>
              </a:rPr>
              <a:t>mặt</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chính</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trị</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kinh</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tế</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và</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tư</a:t>
            </a:r>
            <a:r>
              <a:rPr lang="en-US" altLang="en-US" sz="2400" dirty="0">
                <a:solidFill>
                  <a:schemeClr val="bg2">
                    <a:lumMod val="75000"/>
                  </a:schemeClr>
                </a:solidFill>
                <a:latin typeface="Arial" panose="020B0604020202020204" pitchFamily="34" charset="0"/>
                <a:cs typeface="Arial" panose="020B0604020202020204" pitchFamily="34" charset="0"/>
              </a:rPr>
              <a:t> </a:t>
            </a:r>
            <a:r>
              <a:rPr lang="en-US" altLang="en-US" sz="2400" dirty="0" err="1">
                <a:solidFill>
                  <a:schemeClr val="bg2">
                    <a:lumMod val="75000"/>
                  </a:schemeClr>
                </a:solidFill>
                <a:latin typeface="Arial" panose="020B0604020202020204" pitchFamily="34" charset="0"/>
                <a:cs typeface="Arial" panose="020B0604020202020204" pitchFamily="34" charset="0"/>
              </a:rPr>
              <a:t>tưởng</a:t>
            </a:r>
            <a:r>
              <a:rPr lang="en-US" altLang="en-US" sz="2400" dirty="0">
                <a:solidFill>
                  <a:schemeClr val="bg2">
                    <a:lumMod val="75000"/>
                  </a:schemeClr>
                </a:solidFill>
                <a:latin typeface="Arial" panose="020B0604020202020204" pitchFamily="34" charset="0"/>
                <a:cs typeface="Arial" panose="020B0604020202020204" pitchFamily="34" charset="0"/>
              </a:rPr>
              <a:t>.</a:t>
            </a:r>
            <a:endParaRPr lang="en-US" sz="2400" dirty="0">
              <a:solidFill>
                <a:schemeClr val="bg2">
                  <a:lumMod val="75000"/>
                </a:schemeClr>
              </a:solidFill>
              <a:latin typeface="Arial" panose="020B0604020202020204" pitchFamily="34" charset="0"/>
              <a:cs typeface="Arial" panose="020B0604020202020204" pitchFamily="34" charset="0"/>
            </a:endParaRPr>
          </a:p>
        </p:txBody>
      </p:sp>
      <p:sp>
        <p:nvSpPr>
          <p:cNvPr id="9" name="Rectangle 2">
            <a:extLst>
              <a:ext uri="{FF2B5EF4-FFF2-40B4-BE49-F238E27FC236}">
                <a16:creationId xmlns:a16="http://schemas.microsoft.com/office/drawing/2014/main" id="{5F07728F-6F39-451E-92D0-9A3A0379C48C}"/>
              </a:ext>
            </a:extLst>
          </p:cNvPr>
          <p:cNvSpPr txBox="1">
            <a:spLocks noRot="1" noChangeArrowheads="1"/>
          </p:cNvSpPr>
          <p:nvPr/>
        </p:nvSpPr>
        <p:spPr bwMode="auto">
          <a:xfrm>
            <a:off x="0" y="914400"/>
            <a:ext cx="7519987" cy="714887"/>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en-US" altLang="en-US" sz="2400" b="1" kern="0">
                <a:solidFill>
                  <a:srgbClr val="C00000"/>
                </a:solidFill>
                <a:latin typeface="Arial" panose="020B0604020202020204" pitchFamily="34" charset="0"/>
                <a:cs typeface="Arial" panose="020B0604020202020204" pitchFamily="34" charset="0"/>
              </a:rPr>
              <a:t>II. KHÁI NIỆM, BẢN CHẤT CỦA 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6043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8" name="Rectangle 3">
            <a:extLst>
              <a:ext uri="{FF2B5EF4-FFF2-40B4-BE49-F238E27FC236}">
                <a16:creationId xmlns:a16="http://schemas.microsoft.com/office/drawing/2014/main" id="{46411B07-7C16-4DFF-A171-F60D9DC355ED}"/>
              </a:ext>
            </a:extLst>
          </p:cNvPr>
          <p:cNvSpPr>
            <a:spLocks noGrp="1" noRot="1" noChangeArrowheads="1"/>
          </p:cNvSpPr>
          <p:nvPr>
            <p:ph idx="1"/>
          </p:nvPr>
        </p:nvSpPr>
        <p:spPr>
          <a:xfrm>
            <a:off x="407193" y="1642655"/>
            <a:ext cx="4622007" cy="609600"/>
          </a:xfrm>
        </p:spPr>
        <p:txBody>
          <a:bodyPr/>
          <a:lstStyle/>
          <a:p>
            <a:pPr marL="0" indent="0" eaLnBrk="1" hangingPunct="1">
              <a:spcAft>
                <a:spcPts val="1200"/>
              </a:spcAft>
              <a:buFont typeface="Wingdings 3" panose="05040102010807070707" pitchFamily="18" charset="2"/>
              <a:buNone/>
              <a:defRPr/>
            </a:pPr>
            <a:r>
              <a:rPr lang="en-US" altLang="en-US" sz="2200" b="1" dirty="0">
                <a:solidFill>
                  <a:srgbClr val="0070C0"/>
                </a:solidFill>
                <a:latin typeface="Arial" panose="020B0604020202020204" pitchFamily="34" charset="0"/>
                <a:cs typeface="Arial" panose="020B0604020202020204" pitchFamily="34" charset="0"/>
              </a:rPr>
              <a:t>2. BẢN CHẤT CỦA NHÀ NƯỚC</a:t>
            </a:r>
          </a:p>
        </p:txBody>
      </p:sp>
      <p:sp>
        <p:nvSpPr>
          <p:cNvPr id="18" name="Rectangle: Rounded Corners 17">
            <a:extLst>
              <a:ext uri="{FF2B5EF4-FFF2-40B4-BE49-F238E27FC236}">
                <a16:creationId xmlns:a16="http://schemas.microsoft.com/office/drawing/2014/main" id="{4467590E-EE04-46B2-8478-6BE99D9DB139}"/>
              </a:ext>
            </a:extLst>
          </p:cNvPr>
          <p:cNvSpPr/>
          <p:nvPr/>
        </p:nvSpPr>
        <p:spPr>
          <a:xfrm>
            <a:off x="419225" y="2403971"/>
            <a:ext cx="1447800" cy="2838099"/>
          </a:xfrm>
          <a:prstGeom prst="roundRect">
            <a:avLst/>
          </a:prstGeom>
          <a:solidFill>
            <a:srgbClr val="CC99FF"/>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200" b="1" dirty="0"/>
              <a:t>BẢN CHẤT XÃ HỘI</a:t>
            </a:r>
          </a:p>
        </p:txBody>
      </p:sp>
      <p:grpSp>
        <p:nvGrpSpPr>
          <p:cNvPr id="21" name="object 13">
            <a:extLst>
              <a:ext uri="{FF2B5EF4-FFF2-40B4-BE49-F238E27FC236}">
                <a16:creationId xmlns:a16="http://schemas.microsoft.com/office/drawing/2014/main" id="{2AEFBE10-C2BA-448E-8E91-D27F0E85A8E8}"/>
              </a:ext>
            </a:extLst>
          </p:cNvPr>
          <p:cNvGrpSpPr/>
          <p:nvPr/>
        </p:nvGrpSpPr>
        <p:grpSpPr>
          <a:xfrm rot="19901774">
            <a:off x="5201379" y="3953927"/>
            <a:ext cx="5881762" cy="3072765"/>
            <a:chOff x="123710" y="3790186"/>
            <a:chExt cx="6064250" cy="3072765"/>
          </a:xfrm>
        </p:grpSpPr>
        <p:pic>
          <p:nvPicPr>
            <p:cNvPr id="22" name="object 14">
              <a:extLst>
                <a:ext uri="{FF2B5EF4-FFF2-40B4-BE49-F238E27FC236}">
                  <a16:creationId xmlns:a16="http://schemas.microsoft.com/office/drawing/2014/main" id="{D06D3D55-C680-418D-BA0D-9443B0933BF0}"/>
                </a:ext>
              </a:extLst>
            </p:cNvPr>
            <p:cNvPicPr/>
            <p:nvPr/>
          </p:nvPicPr>
          <p:blipFill>
            <a:blip r:embed="rId2" cstate="print"/>
            <a:stretch>
              <a:fillRect/>
            </a:stretch>
          </p:blipFill>
          <p:spPr>
            <a:xfrm>
              <a:off x="192024" y="3790186"/>
              <a:ext cx="4716780" cy="3023616"/>
            </a:xfrm>
            <a:prstGeom prst="rect">
              <a:avLst/>
            </a:prstGeom>
          </p:spPr>
        </p:pic>
        <p:pic>
          <p:nvPicPr>
            <p:cNvPr id="23" name="object 15">
              <a:extLst>
                <a:ext uri="{FF2B5EF4-FFF2-40B4-BE49-F238E27FC236}">
                  <a16:creationId xmlns:a16="http://schemas.microsoft.com/office/drawing/2014/main" id="{535639AA-E414-412C-AFAB-774CFF61BBCB}"/>
                </a:ext>
              </a:extLst>
            </p:cNvPr>
            <p:cNvPicPr/>
            <p:nvPr/>
          </p:nvPicPr>
          <p:blipFill>
            <a:blip r:embed="rId3" cstate="print"/>
            <a:stretch>
              <a:fillRect/>
            </a:stretch>
          </p:blipFill>
          <p:spPr>
            <a:xfrm>
              <a:off x="1121664" y="4312920"/>
              <a:ext cx="2564891" cy="2141220"/>
            </a:xfrm>
            <a:prstGeom prst="rect">
              <a:avLst/>
            </a:prstGeom>
          </p:spPr>
        </p:pic>
        <p:sp>
          <p:nvSpPr>
            <p:cNvPr id="24" name="object 16">
              <a:extLst>
                <a:ext uri="{FF2B5EF4-FFF2-40B4-BE49-F238E27FC236}">
                  <a16:creationId xmlns:a16="http://schemas.microsoft.com/office/drawing/2014/main" id="{569E0D58-BD6F-497B-BE09-965AF613772E}"/>
                </a:ext>
              </a:extLst>
            </p:cNvPr>
            <p:cNvSpPr/>
            <p:nvPr/>
          </p:nvSpPr>
          <p:spPr>
            <a:xfrm>
              <a:off x="128473" y="3879088"/>
              <a:ext cx="4681855" cy="2979420"/>
            </a:xfrm>
            <a:custGeom>
              <a:avLst/>
              <a:gdLst/>
              <a:ahLst/>
              <a:cxnLst/>
              <a:rect l="l" t="t" r="r" b="b"/>
              <a:pathLst>
                <a:path w="4681855" h="2979420">
                  <a:moveTo>
                    <a:pt x="0" y="1261745"/>
                  </a:moveTo>
                  <a:lnTo>
                    <a:pt x="552932" y="1873656"/>
                  </a:lnTo>
                  <a:lnTo>
                    <a:pt x="18516" y="2157539"/>
                  </a:lnTo>
                  <a:lnTo>
                    <a:pt x="711530" y="2436926"/>
                  </a:lnTo>
                  <a:lnTo>
                    <a:pt x="575205" y="2978910"/>
                  </a:lnTo>
                  <a:lnTo>
                    <a:pt x="604657" y="2978910"/>
                  </a:lnTo>
                  <a:lnTo>
                    <a:pt x="1268780" y="2580817"/>
                  </a:lnTo>
                  <a:lnTo>
                    <a:pt x="2270411" y="2580817"/>
                  </a:lnTo>
                  <a:lnTo>
                    <a:pt x="2318689" y="2496883"/>
                  </a:lnTo>
                  <a:lnTo>
                    <a:pt x="2875447" y="2496883"/>
                  </a:lnTo>
                  <a:lnTo>
                    <a:pt x="2894634" y="2381821"/>
                  </a:lnTo>
                  <a:lnTo>
                    <a:pt x="3461756" y="2381821"/>
                  </a:lnTo>
                  <a:lnTo>
                    <a:pt x="3347008" y="2148344"/>
                  </a:lnTo>
                  <a:lnTo>
                    <a:pt x="3779824" y="2092667"/>
                  </a:lnTo>
                  <a:lnTo>
                    <a:pt x="3611803" y="1703324"/>
                  </a:lnTo>
                  <a:lnTo>
                    <a:pt x="4681778" y="1523238"/>
                  </a:lnTo>
                  <a:lnTo>
                    <a:pt x="3923315" y="1284605"/>
                  </a:lnTo>
                  <a:lnTo>
                    <a:pt x="860221" y="1284605"/>
                  </a:lnTo>
                  <a:lnTo>
                    <a:pt x="0" y="1261745"/>
                  </a:lnTo>
                  <a:close/>
                </a:path>
                <a:path w="4681855" h="2979420">
                  <a:moveTo>
                    <a:pt x="2261550" y="2596222"/>
                  </a:moveTo>
                  <a:lnTo>
                    <a:pt x="1780844" y="2596222"/>
                  </a:lnTo>
                  <a:lnTo>
                    <a:pt x="2061514" y="2943992"/>
                  </a:lnTo>
                  <a:lnTo>
                    <a:pt x="2261550" y="2596222"/>
                  </a:lnTo>
                  <a:close/>
                </a:path>
                <a:path w="4681855" h="2979420">
                  <a:moveTo>
                    <a:pt x="2270411" y="2580817"/>
                  </a:moveTo>
                  <a:lnTo>
                    <a:pt x="1268780" y="2580817"/>
                  </a:lnTo>
                  <a:lnTo>
                    <a:pt x="1428927" y="2913674"/>
                  </a:lnTo>
                  <a:lnTo>
                    <a:pt x="1780844" y="2596222"/>
                  </a:lnTo>
                  <a:lnTo>
                    <a:pt x="2261550" y="2596222"/>
                  </a:lnTo>
                  <a:lnTo>
                    <a:pt x="2270411" y="2580817"/>
                  </a:lnTo>
                  <a:close/>
                </a:path>
                <a:path w="4681855" h="2979420">
                  <a:moveTo>
                    <a:pt x="2875447" y="2496883"/>
                  </a:moveTo>
                  <a:lnTo>
                    <a:pt x="2318689" y="2496883"/>
                  </a:lnTo>
                  <a:lnTo>
                    <a:pt x="2808274" y="2899698"/>
                  </a:lnTo>
                  <a:lnTo>
                    <a:pt x="2875447" y="2496883"/>
                  </a:lnTo>
                  <a:close/>
                </a:path>
                <a:path w="4681855" h="2979420">
                  <a:moveTo>
                    <a:pt x="3461756" y="2381821"/>
                  </a:moveTo>
                  <a:lnTo>
                    <a:pt x="2894634" y="2381821"/>
                  </a:lnTo>
                  <a:lnTo>
                    <a:pt x="3690670" y="2847594"/>
                  </a:lnTo>
                  <a:lnTo>
                    <a:pt x="3461756" y="2381821"/>
                  </a:lnTo>
                  <a:close/>
                </a:path>
                <a:path w="4681855" h="2979420">
                  <a:moveTo>
                    <a:pt x="462699" y="569468"/>
                  </a:moveTo>
                  <a:lnTo>
                    <a:pt x="860221" y="1284605"/>
                  </a:lnTo>
                  <a:lnTo>
                    <a:pt x="3923315" y="1284605"/>
                  </a:lnTo>
                  <a:lnTo>
                    <a:pt x="3629456" y="1192149"/>
                  </a:lnTo>
                  <a:lnTo>
                    <a:pt x="3883720" y="956056"/>
                  </a:lnTo>
                  <a:lnTo>
                    <a:pt x="3290493" y="956056"/>
                  </a:lnTo>
                  <a:lnTo>
                    <a:pt x="3365618" y="745870"/>
                  </a:lnTo>
                  <a:lnTo>
                    <a:pt x="1335963" y="745870"/>
                  </a:lnTo>
                  <a:lnTo>
                    <a:pt x="462699" y="569468"/>
                  </a:lnTo>
                  <a:close/>
                </a:path>
                <a:path w="4681855" h="2979420">
                  <a:moveTo>
                    <a:pt x="4123486" y="733425"/>
                  </a:moveTo>
                  <a:lnTo>
                    <a:pt x="3290493" y="956056"/>
                  </a:lnTo>
                  <a:lnTo>
                    <a:pt x="3883720" y="956056"/>
                  </a:lnTo>
                  <a:lnTo>
                    <a:pt x="4123486" y="733425"/>
                  </a:lnTo>
                  <a:close/>
                </a:path>
                <a:path w="4681855" h="2979420">
                  <a:moveTo>
                    <a:pt x="1364538" y="0"/>
                  </a:moveTo>
                  <a:lnTo>
                    <a:pt x="1335963" y="745870"/>
                  </a:lnTo>
                  <a:lnTo>
                    <a:pt x="3365618" y="745870"/>
                  </a:lnTo>
                  <a:lnTo>
                    <a:pt x="3382504" y="698626"/>
                  </a:lnTo>
                  <a:lnTo>
                    <a:pt x="2050084" y="698626"/>
                  </a:lnTo>
                  <a:lnTo>
                    <a:pt x="1364538" y="0"/>
                  </a:lnTo>
                  <a:close/>
                </a:path>
                <a:path w="4681855" h="2979420">
                  <a:moveTo>
                    <a:pt x="2507284" y="24892"/>
                  </a:moveTo>
                  <a:lnTo>
                    <a:pt x="2050084" y="698626"/>
                  </a:lnTo>
                  <a:lnTo>
                    <a:pt x="3382504" y="698626"/>
                  </a:lnTo>
                  <a:lnTo>
                    <a:pt x="3440879" y="535305"/>
                  </a:lnTo>
                  <a:lnTo>
                    <a:pt x="2739948" y="535305"/>
                  </a:lnTo>
                  <a:lnTo>
                    <a:pt x="2507284" y="24892"/>
                  </a:lnTo>
                  <a:close/>
                </a:path>
                <a:path w="4681855" h="2979420">
                  <a:moveTo>
                    <a:pt x="3626535" y="15875"/>
                  </a:moveTo>
                  <a:lnTo>
                    <a:pt x="2739948" y="535305"/>
                  </a:lnTo>
                  <a:lnTo>
                    <a:pt x="3440879" y="535305"/>
                  </a:lnTo>
                  <a:lnTo>
                    <a:pt x="3626535" y="15875"/>
                  </a:lnTo>
                  <a:close/>
                </a:path>
              </a:pathLst>
            </a:custGeom>
            <a:solidFill>
              <a:srgbClr val="9BAFCA"/>
            </a:solidFill>
          </p:spPr>
          <p:txBody>
            <a:bodyPr wrap="square" lIns="0" tIns="0" rIns="0" bIns="0" rtlCol="0"/>
            <a:lstStyle/>
            <a:p>
              <a:endParaRPr/>
            </a:p>
          </p:txBody>
        </p:sp>
        <p:sp>
          <p:nvSpPr>
            <p:cNvPr id="25" name="object 17">
              <a:extLst>
                <a:ext uri="{FF2B5EF4-FFF2-40B4-BE49-F238E27FC236}">
                  <a16:creationId xmlns:a16="http://schemas.microsoft.com/office/drawing/2014/main" id="{201E99E5-CF8C-422B-8643-A6BC86CDAA77}"/>
                </a:ext>
              </a:extLst>
            </p:cNvPr>
            <p:cNvSpPr/>
            <p:nvPr/>
          </p:nvSpPr>
          <p:spPr>
            <a:xfrm>
              <a:off x="128473" y="3879088"/>
              <a:ext cx="4681855" cy="2979420"/>
            </a:xfrm>
            <a:custGeom>
              <a:avLst/>
              <a:gdLst/>
              <a:ahLst/>
              <a:cxnLst/>
              <a:rect l="l" t="t" r="r" b="b"/>
              <a:pathLst>
                <a:path w="4681855" h="2979420">
                  <a:moveTo>
                    <a:pt x="2739948" y="535305"/>
                  </a:moveTo>
                  <a:lnTo>
                    <a:pt x="3626535" y="15875"/>
                  </a:lnTo>
                  <a:lnTo>
                    <a:pt x="3290493" y="956056"/>
                  </a:lnTo>
                  <a:lnTo>
                    <a:pt x="4123486" y="733425"/>
                  </a:lnTo>
                  <a:lnTo>
                    <a:pt x="3629456" y="1192149"/>
                  </a:lnTo>
                  <a:lnTo>
                    <a:pt x="4681778" y="1523238"/>
                  </a:lnTo>
                  <a:lnTo>
                    <a:pt x="3611803" y="1703324"/>
                  </a:lnTo>
                  <a:lnTo>
                    <a:pt x="3779824" y="2092667"/>
                  </a:lnTo>
                  <a:lnTo>
                    <a:pt x="3347008" y="2148344"/>
                  </a:lnTo>
                  <a:lnTo>
                    <a:pt x="3690670" y="2847594"/>
                  </a:lnTo>
                  <a:lnTo>
                    <a:pt x="2894634" y="2381821"/>
                  </a:lnTo>
                  <a:lnTo>
                    <a:pt x="2808274" y="2899698"/>
                  </a:lnTo>
                  <a:lnTo>
                    <a:pt x="2318689" y="2496883"/>
                  </a:lnTo>
                  <a:lnTo>
                    <a:pt x="2061514" y="2943992"/>
                  </a:lnTo>
                  <a:lnTo>
                    <a:pt x="1780844" y="2596222"/>
                  </a:lnTo>
                  <a:lnTo>
                    <a:pt x="1428927" y="2913674"/>
                  </a:lnTo>
                  <a:lnTo>
                    <a:pt x="1268780" y="2580817"/>
                  </a:lnTo>
                  <a:lnTo>
                    <a:pt x="604657" y="2978910"/>
                  </a:lnTo>
                </a:path>
                <a:path w="4681855" h="2979420">
                  <a:moveTo>
                    <a:pt x="575205" y="2978910"/>
                  </a:moveTo>
                  <a:lnTo>
                    <a:pt x="711530" y="2436926"/>
                  </a:lnTo>
                  <a:lnTo>
                    <a:pt x="18516" y="2157539"/>
                  </a:lnTo>
                  <a:lnTo>
                    <a:pt x="552932" y="1873656"/>
                  </a:lnTo>
                  <a:lnTo>
                    <a:pt x="0" y="1261745"/>
                  </a:lnTo>
                  <a:lnTo>
                    <a:pt x="860221" y="1284605"/>
                  </a:lnTo>
                  <a:lnTo>
                    <a:pt x="462699" y="569468"/>
                  </a:lnTo>
                  <a:lnTo>
                    <a:pt x="1335963" y="745870"/>
                  </a:lnTo>
                  <a:lnTo>
                    <a:pt x="1364538" y="0"/>
                  </a:lnTo>
                  <a:lnTo>
                    <a:pt x="2050084" y="698626"/>
                  </a:lnTo>
                  <a:lnTo>
                    <a:pt x="2507284" y="24892"/>
                  </a:lnTo>
                  <a:lnTo>
                    <a:pt x="2739948" y="535305"/>
                  </a:lnTo>
                </a:path>
              </a:pathLst>
            </a:custGeom>
            <a:ln w="9525">
              <a:solidFill>
                <a:srgbClr val="8EA642"/>
              </a:solidFill>
            </a:ln>
          </p:spPr>
          <p:txBody>
            <a:bodyPr wrap="square" lIns="0" tIns="0" rIns="0" bIns="0" rtlCol="0"/>
            <a:lstStyle/>
            <a:p>
              <a:endParaRPr/>
            </a:p>
          </p:txBody>
        </p:sp>
        <p:pic>
          <p:nvPicPr>
            <p:cNvPr id="26" name="object 18">
              <a:extLst>
                <a:ext uri="{FF2B5EF4-FFF2-40B4-BE49-F238E27FC236}">
                  <a16:creationId xmlns:a16="http://schemas.microsoft.com/office/drawing/2014/main" id="{737E0B20-05D3-449E-9E0D-CE15AF4C3D99}"/>
                </a:ext>
              </a:extLst>
            </p:cNvPr>
            <p:cNvPicPr/>
            <p:nvPr/>
          </p:nvPicPr>
          <p:blipFill>
            <a:blip r:embed="rId4" cstate="print"/>
            <a:stretch>
              <a:fillRect/>
            </a:stretch>
          </p:blipFill>
          <p:spPr>
            <a:xfrm>
              <a:off x="1265732" y="4564761"/>
              <a:ext cx="2188032" cy="1776412"/>
            </a:xfrm>
            <a:prstGeom prst="rect">
              <a:avLst/>
            </a:prstGeom>
          </p:spPr>
        </p:pic>
        <p:sp>
          <p:nvSpPr>
            <p:cNvPr id="27" name="object 19">
              <a:extLst>
                <a:ext uri="{FF2B5EF4-FFF2-40B4-BE49-F238E27FC236}">
                  <a16:creationId xmlns:a16="http://schemas.microsoft.com/office/drawing/2014/main" id="{F7AC13E4-BF3D-48D4-8CDC-820BBDBA9163}"/>
                </a:ext>
              </a:extLst>
            </p:cNvPr>
            <p:cNvSpPr/>
            <p:nvPr/>
          </p:nvSpPr>
          <p:spPr>
            <a:xfrm>
              <a:off x="6172962" y="3810762"/>
              <a:ext cx="0" cy="2362200"/>
            </a:xfrm>
            <a:custGeom>
              <a:avLst/>
              <a:gdLst/>
              <a:ahLst/>
              <a:cxnLst/>
              <a:rect l="l" t="t" r="r" b="b"/>
              <a:pathLst>
                <a:path h="2362200">
                  <a:moveTo>
                    <a:pt x="0" y="0"/>
                  </a:moveTo>
                  <a:lnTo>
                    <a:pt x="0" y="2362200"/>
                  </a:lnTo>
                </a:path>
              </a:pathLst>
            </a:custGeom>
            <a:ln w="28956">
              <a:solidFill>
                <a:srgbClr val="FF0066"/>
              </a:solidFill>
            </a:ln>
          </p:spPr>
          <p:txBody>
            <a:bodyPr wrap="square" lIns="0" tIns="0" rIns="0" bIns="0" rtlCol="0"/>
            <a:lstStyle/>
            <a:p>
              <a:endParaRPr/>
            </a:p>
          </p:txBody>
        </p:sp>
        <p:sp>
          <p:nvSpPr>
            <p:cNvPr id="28" name="object 20">
              <a:extLst>
                <a:ext uri="{FF2B5EF4-FFF2-40B4-BE49-F238E27FC236}">
                  <a16:creationId xmlns:a16="http://schemas.microsoft.com/office/drawing/2014/main" id="{916A4174-D2A5-4849-B855-2A4B0834303A}"/>
                </a:ext>
              </a:extLst>
            </p:cNvPr>
            <p:cNvSpPr/>
            <p:nvPr/>
          </p:nvSpPr>
          <p:spPr>
            <a:xfrm>
              <a:off x="3886200" y="6108192"/>
              <a:ext cx="2286000" cy="76200"/>
            </a:xfrm>
            <a:custGeom>
              <a:avLst/>
              <a:gdLst/>
              <a:ahLst/>
              <a:cxnLst/>
              <a:rect l="l" t="t" r="r" b="b"/>
              <a:pathLst>
                <a:path w="2286000" h="76200">
                  <a:moveTo>
                    <a:pt x="571500" y="0"/>
                  </a:moveTo>
                  <a:lnTo>
                    <a:pt x="0" y="38100"/>
                  </a:lnTo>
                  <a:lnTo>
                    <a:pt x="571500" y="76200"/>
                  </a:lnTo>
                  <a:lnTo>
                    <a:pt x="571500" y="57150"/>
                  </a:lnTo>
                  <a:lnTo>
                    <a:pt x="2286000" y="57150"/>
                  </a:lnTo>
                  <a:lnTo>
                    <a:pt x="2286000" y="19050"/>
                  </a:lnTo>
                  <a:lnTo>
                    <a:pt x="571500" y="19050"/>
                  </a:lnTo>
                  <a:lnTo>
                    <a:pt x="571500" y="0"/>
                  </a:lnTo>
                  <a:close/>
                </a:path>
              </a:pathLst>
            </a:custGeom>
            <a:solidFill>
              <a:srgbClr val="9BAFCA"/>
            </a:solidFill>
          </p:spPr>
          <p:txBody>
            <a:bodyPr wrap="square" lIns="0" tIns="0" rIns="0" bIns="0" rtlCol="0"/>
            <a:lstStyle/>
            <a:p>
              <a:endParaRPr/>
            </a:p>
          </p:txBody>
        </p:sp>
        <p:sp>
          <p:nvSpPr>
            <p:cNvPr id="29" name="object 21">
              <a:extLst>
                <a:ext uri="{FF2B5EF4-FFF2-40B4-BE49-F238E27FC236}">
                  <a16:creationId xmlns:a16="http://schemas.microsoft.com/office/drawing/2014/main" id="{BA79E41C-320D-4498-A053-8C6BA203BDDC}"/>
                </a:ext>
              </a:extLst>
            </p:cNvPr>
            <p:cNvSpPr/>
            <p:nvPr/>
          </p:nvSpPr>
          <p:spPr>
            <a:xfrm>
              <a:off x="3886200" y="6108192"/>
              <a:ext cx="2286000" cy="76200"/>
            </a:xfrm>
            <a:custGeom>
              <a:avLst/>
              <a:gdLst/>
              <a:ahLst/>
              <a:cxnLst/>
              <a:rect l="l" t="t" r="r" b="b"/>
              <a:pathLst>
                <a:path w="2286000" h="76200">
                  <a:moveTo>
                    <a:pt x="0" y="38100"/>
                  </a:moveTo>
                  <a:lnTo>
                    <a:pt x="571500" y="0"/>
                  </a:lnTo>
                  <a:lnTo>
                    <a:pt x="571500" y="19050"/>
                  </a:lnTo>
                  <a:lnTo>
                    <a:pt x="2286000" y="19050"/>
                  </a:lnTo>
                  <a:lnTo>
                    <a:pt x="2286000" y="57150"/>
                  </a:lnTo>
                  <a:lnTo>
                    <a:pt x="571500" y="57150"/>
                  </a:lnTo>
                  <a:lnTo>
                    <a:pt x="571500" y="76200"/>
                  </a:lnTo>
                  <a:lnTo>
                    <a:pt x="0" y="38100"/>
                  </a:lnTo>
                  <a:close/>
                </a:path>
              </a:pathLst>
            </a:custGeom>
            <a:ln w="9144">
              <a:solidFill>
                <a:srgbClr val="000000"/>
              </a:solidFill>
            </a:ln>
          </p:spPr>
          <p:txBody>
            <a:bodyPr wrap="square" lIns="0" tIns="0" rIns="0" bIns="0" rtlCol="0"/>
            <a:lstStyle/>
            <a:p>
              <a:endParaRPr/>
            </a:p>
          </p:txBody>
        </p:sp>
      </p:grpSp>
      <p:sp>
        <p:nvSpPr>
          <p:cNvPr id="20" name="TextBox 19">
            <a:extLst>
              <a:ext uri="{FF2B5EF4-FFF2-40B4-BE49-F238E27FC236}">
                <a16:creationId xmlns:a16="http://schemas.microsoft.com/office/drawing/2014/main" id="{290C2549-37D4-4962-B920-28A3B40697BF}"/>
              </a:ext>
            </a:extLst>
          </p:cNvPr>
          <p:cNvSpPr txBox="1"/>
          <p:nvPr/>
        </p:nvSpPr>
        <p:spPr>
          <a:xfrm>
            <a:off x="2002462" y="2421564"/>
            <a:ext cx="6139799" cy="3354765"/>
          </a:xfrm>
          <a:prstGeom prst="rect">
            <a:avLst/>
          </a:prstGeom>
          <a:noFill/>
        </p:spPr>
        <p:txBody>
          <a:bodyPr wrap="square">
            <a:spAutoFit/>
          </a:bodyPr>
          <a:lstStyle/>
          <a:p>
            <a:pPr marL="285750" indent="-285750">
              <a:buFontTx/>
              <a:buChar char="-"/>
            </a:pPr>
            <a:r>
              <a:rPr lang="vi-VN" altLang="en-US" sz="2400" dirty="0">
                <a:solidFill>
                  <a:schemeClr val="bg2">
                    <a:lumMod val="75000"/>
                  </a:schemeClr>
                </a:solidFill>
                <a:latin typeface="Arial" panose="020B0604020202020204" pitchFamily="34" charset="0"/>
                <a:cs typeface="Arial" panose="020B0604020202020204" pitchFamily="34" charset="0"/>
              </a:rPr>
              <a:t>Nhà nước phản ánh ý chí chung, lợi ích chung của xã hội (hoạt động trị thủy, chống chiến tranh xâm lược, chống thảm họa thiên nhiên..). </a:t>
            </a:r>
            <a:endParaRPr lang="en-US" altLang="en-US" sz="2400" dirty="0">
              <a:solidFill>
                <a:schemeClr val="bg2">
                  <a:lumMod val="75000"/>
                </a:schemeClr>
              </a:solidFill>
              <a:latin typeface="Arial" panose="020B0604020202020204" pitchFamily="34" charset="0"/>
              <a:cs typeface="Arial" panose="020B0604020202020204" pitchFamily="34" charset="0"/>
            </a:endParaRPr>
          </a:p>
          <a:p>
            <a:pPr marL="285750" indent="-285750">
              <a:buFontTx/>
              <a:buChar char="-"/>
            </a:pPr>
            <a:endParaRPr lang="en-US" altLang="en-US" sz="2000" i="1" dirty="0">
              <a:solidFill>
                <a:schemeClr val="bg2">
                  <a:lumMod val="75000"/>
                </a:schemeClr>
              </a:solidFill>
              <a:latin typeface="Arial" panose="020B0604020202020204" pitchFamily="34" charset="0"/>
              <a:cs typeface="Arial" panose="020B0604020202020204" pitchFamily="34" charset="0"/>
            </a:endParaRPr>
          </a:p>
          <a:p>
            <a:pPr marL="285750" indent="-285750">
              <a:buFontTx/>
              <a:buChar char="-"/>
            </a:pPr>
            <a:r>
              <a:rPr lang="vi-VN" altLang="en-US" sz="2400" dirty="0">
                <a:solidFill>
                  <a:schemeClr val="bg2">
                    <a:lumMod val="75000"/>
                  </a:schemeClr>
                </a:solidFill>
                <a:latin typeface="Arial" panose="020B0604020202020204" pitchFamily="34" charset="0"/>
                <a:cs typeface="Arial" panose="020B0604020202020204" pitchFamily="34" charset="0"/>
              </a:rPr>
              <a:t>Nhà nước có tính xã hội bởi sự ra đời và phát triển của Nhà nước bị quyết định bởi những ý chí chung, lợi ích chung của xã hội</a:t>
            </a:r>
            <a:endParaRPr lang="en-US" sz="2400" dirty="0">
              <a:solidFill>
                <a:schemeClr val="bg2">
                  <a:lumMod val="75000"/>
                </a:schemeClr>
              </a:solidFill>
            </a:endParaRPr>
          </a:p>
        </p:txBody>
      </p:sp>
      <p:sp>
        <p:nvSpPr>
          <p:cNvPr id="19" name="Rectangle 2">
            <a:extLst>
              <a:ext uri="{FF2B5EF4-FFF2-40B4-BE49-F238E27FC236}">
                <a16:creationId xmlns:a16="http://schemas.microsoft.com/office/drawing/2014/main" id="{FD97E047-6CF8-453B-88F1-AEF2D9048FEE}"/>
              </a:ext>
            </a:extLst>
          </p:cNvPr>
          <p:cNvSpPr>
            <a:spLocks noGrp="1" noRot="1" noChangeArrowheads="1"/>
          </p:cNvSpPr>
          <p:nvPr>
            <p:ph type="title"/>
          </p:nvPr>
        </p:nvSpPr>
        <p:spPr>
          <a:xfrm>
            <a:off x="0" y="914400"/>
            <a:ext cx="7519987" cy="714887"/>
          </a:xfrm>
        </p:spPr>
        <p:txBody>
          <a:bodyPr/>
          <a:lstStyle/>
          <a:p>
            <a:pPr eaLnBrk="1" hangingPunct="1"/>
            <a:r>
              <a:rPr lang="en-US" altLang="en-US" sz="2400" b="1" dirty="0">
                <a:solidFill>
                  <a:srgbClr val="C00000"/>
                </a:solidFill>
                <a:latin typeface="Arial" panose="020B0604020202020204" pitchFamily="34" charset="0"/>
                <a:cs typeface="Arial" panose="020B0604020202020204" pitchFamily="34" charset="0"/>
              </a:rPr>
              <a:t>II. KHÁI NIỆM, BẢN CHẤT CỦA NHÀ NƯỚC</a:t>
            </a:r>
          </a:p>
        </p:txBody>
      </p:sp>
    </p:spTree>
    <p:extLst>
      <p:ext uri="{BB962C8B-B14F-4D97-AF65-F5344CB8AC3E}">
        <p14:creationId xmlns:p14="http://schemas.microsoft.com/office/powerpoint/2010/main" val="3804867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11" name="Rectangle 2">
            <a:extLst>
              <a:ext uri="{FF2B5EF4-FFF2-40B4-BE49-F238E27FC236}">
                <a16:creationId xmlns:a16="http://schemas.microsoft.com/office/drawing/2014/main" id="{283078B9-39B1-4CFD-A84C-FE6C9320C5FB}"/>
              </a:ext>
            </a:extLst>
          </p:cNvPr>
          <p:cNvSpPr txBox="1">
            <a:spLocks noRot="1" noChangeArrowheads="1"/>
          </p:cNvSpPr>
          <p:nvPr/>
        </p:nvSpPr>
        <p:spPr bwMode="auto">
          <a:xfrm>
            <a:off x="228600" y="1049337"/>
            <a:ext cx="7772400" cy="511175"/>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dirty="0">
                <a:solidFill>
                  <a:srgbClr val="C00000"/>
                </a:solidFill>
                <a:latin typeface="Arial" panose="020B0604020202020204" pitchFamily="34" charset="0"/>
                <a:cs typeface="Arial" panose="020B0604020202020204" pitchFamily="34" charset="0"/>
              </a:rPr>
              <a:t>III. </a:t>
            </a:r>
            <a:r>
              <a:rPr lang="en-US" altLang="en-US" sz="2400" b="1" kern="0" dirty="0">
                <a:solidFill>
                  <a:srgbClr val="C00000"/>
                </a:solidFill>
                <a:latin typeface="Arial" panose="020B0604020202020204" pitchFamily="34" charset="0"/>
                <a:cs typeface="Arial" panose="020B0604020202020204" pitchFamily="34" charset="0"/>
              </a:rPr>
              <a:t>ĐẶC TRƯNG</a:t>
            </a:r>
            <a:r>
              <a:rPr lang="vi-VN" altLang="en-US" sz="2400" b="1" kern="0" dirty="0">
                <a:solidFill>
                  <a:srgbClr val="C00000"/>
                </a:solidFill>
                <a:latin typeface="Arial" panose="020B0604020202020204" pitchFamily="34" charset="0"/>
                <a:cs typeface="Arial" panose="020B0604020202020204" pitchFamily="34" charset="0"/>
              </a:rPr>
              <a:t> </a:t>
            </a:r>
            <a:r>
              <a:rPr lang="en-US" altLang="en-US" sz="2400" b="1" kern="0" dirty="0">
                <a:solidFill>
                  <a:srgbClr val="C00000"/>
                </a:solidFill>
                <a:latin typeface="Arial" panose="020B0604020202020204" pitchFamily="34" charset="0"/>
                <a:cs typeface="Arial" panose="020B0604020202020204" pitchFamily="34" charset="0"/>
              </a:rPr>
              <a:t>(THUỘC TÍNH) </a:t>
            </a:r>
            <a:r>
              <a:rPr lang="vi-VN" altLang="en-US" sz="2400" b="1" kern="0" dirty="0">
                <a:solidFill>
                  <a:srgbClr val="C00000"/>
                </a:solidFill>
                <a:latin typeface="Arial" panose="020B0604020202020204" pitchFamily="34" charset="0"/>
                <a:cs typeface="Arial" panose="020B0604020202020204" pitchFamily="34" charset="0"/>
              </a:rPr>
              <a:t>CỦA 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graphicFrame>
        <p:nvGraphicFramePr>
          <p:cNvPr id="12" name="Diagram 11">
            <a:extLst>
              <a:ext uri="{FF2B5EF4-FFF2-40B4-BE49-F238E27FC236}">
                <a16:creationId xmlns:a16="http://schemas.microsoft.com/office/drawing/2014/main" id="{14507103-B7D7-41A8-9262-1A51905927B7}"/>
              </a:ext>
            </a:extLst>
          </p:cNvPr>
          <p:cNvGraphicFramePr/>
          <p:nvPr>
            <p:extLst>
              <p:ext uri="{D42A27DB-BD31-4B8C-83A1-F6EECF244321}">
                <p14:modId xmlns:p14="http://schemas.microsoft.com/office/powerpoint/2010/main" val="3266451736"/>
              </p:ext>
            </p:extLst>
          </p:nvPr>
        </p:nvGraphicFramePr>
        <p:xfrm>
          <a:off x="1143000" y="1676400"/>
          <a:ext cx="68580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2368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DBE7DF-4247-4281-8FC9-ED4788B222D3}"/>
              </a:ext>
            </a:extLst>
          </p:cNvPr>
          <p:cNvPicPr>
            <a:picLocks noChangeAspect="1"/>
          </p:cNvPicPr>
          <p:nvPr/>
        </p:nvPicPr>
        <p:blipFill>
          <a:blip r:embed="rId2"/>
          <a:stretch>
            <a:fillRect/>
          </a:stretch>
        </p:blipFill>
        <p:spPr>
          <a:xfrm>
            <a:off x="1447800" y="1476478"/>
            <a:ext cx="5715000" cy="3905044"/>
          </a:xfrm>
          <a:prstGeom prst="rect">
            <a:avLst/>
          </a:prstGeom>
        </p:spPr>
      </p:pic>
      <p:sp>
        <p:nvSpPr>
          <p:cNvPr id="6" name="Rectangle 2">
            <a:extLst>
              <a:ext uri="{FF2B5EF4-FFF2-40B4-BE49-F238E27FC236}">
                <a16:creationId xmlns:a16="http://schemas.microsoft.com/office/drawing/2014/main" id="{35FA062D-DF71-4523-AFF7-E3BD3331B83C}"/>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Tree>
    <p:extLst>
      <p:ext uri="{BB962C8B-B14F-4D97-AF65-F5344CB8AC3E}">
        <p14:creationId xmlns:p14="http://schemas.microsoft.com/office/powerpoint/2010/main" val="3380978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11" name="Rectangle 2">
            <a:extLst>
              <a:ext uri="{FF2B5EF4-FFF2-40B4-BE49-F238E27FC236}">
                <a16:creationId xmlns:a16="http://schemas.microsoft.com/office/drawing/2014/main" id="{283078B9-39B1-4CFD-A84C-FE6C9320C5FB}"/>
              </a:ext>
            </a:extLst>
          </p:cNvPr>
          <p:cNvSpPr txBox="1">
            <a:spLocks noRot="1" noChangeArrowheads="1"/>
          </p:cNvSpPr>
          <p:nvPr/>
        </p:nvSpPr>
        <p:spPr bwMode="auto">
          <a:xfrm>
            <a:off x="228600" y="1049337"/>
            <a:ext cx="6858000" cy="511175"/>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dirty="0">
                <a:solidFill>
                  <a:srgbClr val="C00000"/>
                </a:solidFill>
                <a:latin typeface="Arial" panose="020B0604020202020204" pitchFamily="34" charset="0"/>
                <a:cs typeface="Arial" panose="020B0604020202020204" pitchFamily="34" charset="0"/>
              </a:rPr>
              <a:t>IV. CHỨC NĂNG CỦA </a:t>
            </a:r>
            <a:r>
              <a:rPr lang="en-US" altLang="en-US" sz="2400" b="1" kern="0" dirty="0">
                <a:solidFill>
                  <a:srgbClr val="C00000"/>
                </a:solidFill>
                <a:latin typeface="Arial" panose="020B0604020202020204" pitchFamily="34" charset="0"/>
                <a:cs typeface="Arial" panose="020B0604020202020204" pitchFamily="34" charset="0"/>
              </a:rPr>
              <a:t>NHÀ NƯỚC</a:t>
            </a:r>
          </a:p>
        </p:txBody>
      </p:sp>
      <p:sp>
        <p:nvSpPr>
          <p:cNvPr id="3" name="Rectangle: Rounded Corners 2">
            <a:extLst>
              <a:ext uri="{FF2B5EF4-FFF2-40B4-BE49-F238E27FC236}">
                <a16:creationId xmlns:a16="http://schemas.microsoft.com/office/drawing/2014/main" id="{FC327807-D545-4148-A0BB-8B59554BC355}"/>
              </a:ext>
            </a:extLst>
          </p:cNvPr>
          <p:cNvSpPr/>
          <p:nvPr/>
        </p:nvSpPr>
        <p:spPr>
          <a:xfrm>
            <a:off x="928061" y="2609848"/>
            <a:ext cx="7319962" cy="3198815"/>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vi-VN" sz="2400" dirty="0"/>
              <a:t>Chức năng của Nhà nước là những mặt hoạt động cơ bản của nhà nước, phù hợp với bản chất, mục đích, nhiệm vụ của nhà nước và được xác định bởi điều kiện kinh tế xã hội của đất nước trong những giai đoạn phát triển của nó.</a:t>
            </a:r>
            <a:endParaRPr lang="en-US" sz="2400" dirty="0"/>
          </a:p>
        </p:txBody>
      </p:sp>
      <p:sp>
        <p:nvSpPr>
          <p:cNvPr id="6" name="TextBox 5">
            <a:extLst>
              <a:ext uri="{FF2B5EF4-FFF2-40B4-BE49-F238E27FC236}">
                <a16:creationId xmlns:a16="http://schemas.microsoft.com/office/drawing/2014/main" id="{DD111950-6541-4C7D-B73E-9ED6A06DC69C}"/>
              </a:ext>
            </a:extLst>
          </p:cNvPr>
          <p:cNvSpPr txBox="1"/>
          <p:nvPr/>
        </p:nvSpPr>
        <p:spPr>
          <a:xfrm>
            <a:off x="3200400" y="2379015"/>
            <a:ext cx="2286000" cy="461665"/>
          </a:xfrm>
          <a:prstGeom prst="rect">
            <a:avLst/>
          </a:prstGeom>
          <a:solidFill>
            <a:srgbClr val="FFFF00"/>
          </a:solidFill>
        </p:spPr>
        <p:style>
          <a:lnRef idx="1">
            <a:schemeClr val="accent2"/>
          </a:lnRef>
          <a:fillRef idx="2">
            <a:schemeClr val="accent2"/>
          </a:fillRef>
          <a:effectRef idx="1">
            <a:schemeClr val="accent2"/>
          </a:effectRef>
          <a:fontRef idx="minor">
            <a:schemeClr val="dk1"/>
          </a:fontRef>
        </p:style>
        <p:txBody>
          <a:bodyPr wrap="square">
            <a:spAutoFit/>
          </a:bodyPr>
          <a:lstStyle/>
          <a:p>
            <a:pPr algn="ctr" eaLnBrk="1" hangingPunct="1">
              <a:spcAft>
                <a:spcPts val="1200"/>
              </a:spcAft>
              <a:defRPr/>
            </a:pPr>
            <a:r>
              <a:rPr lang="en-US" altLang="en-US" sz="2400" b="1" dirty="0">
                <a:solidFill>
                  <a:schemeClr val="bg2">
                    <a:lumMod val="75000"/>
                  </a:schemeClr>
                </a:solidFill>
                <a:latin typeface="Times New Roman" panose="02020603050405020304" pitchFamily="18" charset="0"/>
                <a:cs typeface="Times New Roman" panose="02020603050405020304" pitchFamily="18" charset="0"/>
              </a:rPr>
              <a:t>KHÁI NIỆM</a:t>
            </a:r>
          </a:p>
        </p:txBody>
      </p:sp>
    </p:spTree>
    <p:extLst>
      <p:ext uri="{BB962C8B-B14F-4D97-AF65-F5344CB8AC3E}">
        <p14:creationId xmlns:p14="http://schemas.microsoft.com/office/powerpoint/2010/main" val="43890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972300" y="1600200"/>
            <a:ext cx="1524000" cy="1524000"/>
          </a:xfrm>
          <a:custGeom>
            <a:avLst/>
            <a:gdLst/>
            <a:ahLst/>
            <a:cxnLst/>
            <a:rect l="l" t="t" r="r" b="b"/>
            <a:pathLst>
              <a:path w="1524000" h="1524000">
                <a:moveTo>
                  <a:pt x="762000" y="0"/>
                </a:move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close/>
              </a:path>
            </a:pathLst>
          </a:custGeom>
          <a:solidFill>
            <a:srgbClr val="D1DFCE"/>
          </a:solidFill>
        </p:spPr>
        <p:txBody>
          <a:bodyPr wrap="square" lIns="0" tIns="0" rIns="0" bIns="0" rtlCol="0"/>
          <a:lstStyle/>
          <a:p>
            <a:endParaRPr/>
          </a:p>
        </p:txBody>
      </p:sp>
      <p:sp>
        <p:nvSpPr>
          <p:cNvPr id="3" name="object 3"/>
          <p:cNvSpPr/>
          <p:nvPr/>
        </p:nvSpPr>
        <p:spPr>
          <a:xfrm>
            <a:off x="5181600" y="1600200"/>
            <a:ext cx="1524000" cy="1524000"/>
          </a:xfrm>
          <a:custGeom>
            <a:avLst/>
            <a:gdLst/>
            <a:ahLst/>
            <a:cxnLst/>
            <a:rect l="l" t="t" r="r" b="b"/>
            <a:pathLst>
              <a:path w="1524000" h="1524000">
                <a:moveTo>
                  <a:pt x="762000" y="0"/>
                </a:move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close/>
              </a:path>
            </a:pathLst>
          </a:custGeom>
          <a:solidFill>
            <a:srgbClr val="D1DFCE"/>
          </a:solidFill>
        </p:spPr>
        <p:txBody>
          <a:bodyPr wrap="square" lIns="0" tIns="0" rIns="0" bIns="0" rtlCol="0"/>
          <a:lstStyle/>
          <a:p>
            <a:endParaRPr/>
          </a:p>
        </p:txBody>
      </p:sp>
      <p:sp>
        <p:nvSpPr>
          <p:cNvPr id="4" name="object 4"/>
          <p:cNvSpPr/>
          <p:nvPr/>
        </p:nvSpPr>
        <p:spPr>
          <a:xfrm>
            <a:off x="3391661" y="1600961"/>
            <a:ext cx="1524000" cy="1524000"/>
          </a:xfrm>
          <a:custGeom>
            <a:avLst/>
            <a:gdLst/>
            <a:ahLst/>
            <a:cxnLst/>
            <a:rect l="l" t="t" r="r" b="b"/>
            <a:pathLst>
              <a:path w="1524000" h="1524000">
                <a:moveTo>
                  <a:pt x="1524000" y="762000"/>
                </a:move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close/>
              </a:path>
            </a:pathLst>
          </a:custGeom>
          <a:ln w="28956">
            <a:solidFill>
              <a:srgbClr val="D1DFCE"/>
            </a:solidFill>
          </a:ln>
        </p:spPr>
        <p:txBody>
          <a:bodyPr wrap="square" lIns="0" tIns="0" rIns="0" bIns="0" rtlCol="0"/>
          <a:lstStyle/>
          <a:p>
            <a:endParaRPr/>
          </a:p>
        </p:txBody>
      </p:sp>
      <p:sp>
        <p:nvSpPr>
          <p:cNvPr id="5" name="object 5"/>
          <p:cNvSpPr/>
          <p:nvPr/>
        </p:nvSpPr>
        <p:spPr>
          <a:xfrm>
            <a:off x="3390900" y="3276600"/>
            <a:ext cx="1524000" cy="1524000"/>
          </a:xfrm>
          <a:custGeom>
            <a:avLst/>
            <a:gdLst/>
            <a:ahLst/>
            <a:cxnLst/>
            <a:rect l="l" t="t" r="r" b="b"/>
            <a:pathLst>
              <a:path w="1524000" h="1524000">
                <a:moveTo>
                  <a:pt x="762000" y="0"/>
                </a:move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close/>
              </a:path>
            </a:pathLst>
          </a:custGeom>
          <a:solidFill>
            <a:srgbClr val="D1DFCE"/>
          </a:solidFill>
        </p:spPr>
        <p:txBody>
          <a:bodyPr wrap="square" lIns="0" tIns="0" rIns="0" bIns="0" rtlCol="0"/>
          <a:lstStyle/>
          <a:p>
            <a:endParaRPr/>
          </a:p>
        </p:txBody>
      </p:sp>
      <p:sp>
        <p:nvSpPr>
          <p:cNvPr id="6" name="object 6"/>
          <p:cNvSpPr/>
          <p:nvPr/>
        </p:nvSpPr>
        <p:spPr>
          <a:xfrm>
            <a:off x="1659635" y="3276600"/>
            <a:ext cx="1524000" cy="1524000"/>
          </a:xfrm>
          <a:custGeom>
            <a:avLst/>
            <a:gdLst/>
            <a:ahLst/>
            <a:cxnLst/>
            <a:rect l="l" t="t" r="r" b="b"/>
            <a:pathLst>
              <a:path w="1524000" h="1524000">
                <a:moveTo>
                  <a:pt x="762000" y="0"/>
                </a:move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close/>
              </a:path>
            </a:pathLst>
          </a:custGeom>
          <a:solidFill>
            <a:srgbClr val="D1DFCE"/>
          </a:solidFill>
        </p:spPr>
        <p:txBody>
          <a:bodyPr wrap="square" lIns="0" tIns="0" rIns="0" bIns="0" rtlCol="0"/>
          <a:lstStyle/>
          <a:p>
            <a:endParaRPr/>
          </a:p>
        </p:txBody>
      </p:sp>
      <p:grpSp>
        <p:nvGrpSpPr>
          <p:cNvPr id="7" name="object 7"/>
          <p:cNvGrpSpPr/>
          <p:nvPr/>
        </p:nvGrpSpPr>
        <p:grpSpPr>
          <a:xfrm>
            <a:off x="0" y="0"/>
            <a:ext cx="9144000" cy="6858000"/>
            <a:chOff x="0" y="0"/>
            <a:chExt cx="9144000" cy="6858000"/>
          </a:xfrm>
        </p:grpSpPr>
        <p:sp>
          <p:nvSpPr>
            <p:cNvPr id="8" name="object 8"/>
            <p:cNvSpPr/>
            <p:nvPr/>
          </p:nvSpPr>
          <p:spPr>
            <a:xfrm>
              <a:off x="6973061" y="3277361"/>
              <a:ext cx="1524000" cy="1524000"/>
            </a:xfrm>
            <a:custGeom>
              <a:avLst/>
              <a:gdLst/>
              <a:ahLst/>
              <a:cxnLst/>
              <a:rect l="l" t="t" r="r" b="b"/>
              <a:pathLst>
                <a:path w="1524000" h="1524000">
                  <a:moveTo>
                    <a:pt x="1524000" y="762000"/>
                  </a:moveTo>
                  <a:lnTo>
                    <a:pt x="1522501" y="713805"/>
                  </a:lnTo>
                  <a:lnTo>
                    <a:pt x="1518063" y="666409"/>
                  </a:lnTo>
                  <a:lnTo>
                    <a:pt x="1510776" y="619898"/>
                  </a:lnTo>
                  <a:lnTo>
                    <a:pt x="1500730" y="574363"/>
                  </a:lnTo>
                  <a:lnTo>
                    <a:pt x="1488012" y="529893"/>
                  </a:lnTo>
                  <a:lnTo>
                    <a:pt x="1472713" y="486577"/>
                  </a:lnTo>
                  <a:lnTo>
                    <a:pt x="1454921" y="444504"/>
                  </a:lnTo>
                  <a:lnTo>
                    <a:pt x="1434727" y="403763"/>
                  </a:lnTo>
                  <a:lnTo>
                    <a:pt x="1412218" y="364444"/>
                  </a:lnTo>
                  <a:lnTo>
                    <a:pt x="1387485" y="326636"/>
                  </a:lnTo>
                  <a:lnTo>
                    <a:pt x="1360616" y="290429"/>
                  </a:lnTo>
                  <a:lnTo>
                    <a:pt x="1331701" y="255910"/>
                  </a:lnTo>
                  <a:lnTo>
                    <a:pt x="1300829" y="223170"/>
                  </a:lnTo>
                  <a:lnTo>
                    <a:pt x="1268089" y="192298"/>
                  </a:lnTo>
                  <a:lnTo>
                    <a:pt x="1233570" y="163383"/>
                  </a:lnTo>
                  <a:lnTo>
                    <a:pt x="1197363" y="136514"/>
                  </a:lnTo>
                  <a:lnTo>
                    <a:pt x="1159555" y="111781"/>
                  </a:lnTo>
                  <a:lnTo>
                    <a:pt x="1120236" y="89272"/>
                  </a:lnTo>
                  <a:lnTo>
                    <a:pt x="1079495" y="69078"/>
                  </a:lnTo>
                  <a:lnTo>
                    <a:pt x="1037422" y="51286"/>
                  </a:lnTo>
                  <a:lnTo>
                    <a:pt x="994106" y="35987"/>
                  </a:lnTo>
                  <a:lnTo>
                    <a:pt x="949636" y="23269"/>
                  </a:lnTo>
                  <a:lnTo>
                    <a:pt x="904101" y="13223"/>
                  </a:lnTo>
                  <a:lnTo>
                    <a:pt x="857590" y="5936"/>
                  </a:lnTo>
                  <a:lnTo>
                    <a:pt x="810194" y="1498"/>
                  </a:lnTo>
                  <a:lnTo>
                    <a:pt x="762000" y="0"/>
                  </a:lnTo>
                  <a:lnTo>
                    <a:pt x="713805" y="1498"/>
                  </a:lnTo>
                  <a:lnTo>
                    <a:pt x="666409" y="5936"/>
                  </a:lnTo>
                  <a:lnTo>
                    <a:pt x="619898" y="13223"/>
                  </a:lnTo>
                  <a:lnTo>
                    <a:pt x="574363" y="23269"/>
                  </a:lnTo>
                  <a:lnTo>
                    <a:pt x="529893" y="35987"/>
                  </a:lnTo>
                  <a:lnTo>
                    <a:pt x="486577" y="51286"/>
                  </a:lnTo>
                  <a:lnTo>
                    <a:pt x="444504" y="69078"/>
                  </a:lnTo>
                  <a:lnTo>
                    <a:pt x="403763" y="89272"/>
                  </a:lnTo>
                  <a:lnTo>
                    <a:pt x="364444" y="111781"/>
                  </a:lnTo>
                  <a:lnTo>
                    <a:pt x="326636" y="136514"/>
                  </a:lnTo>
                  <a:lnTo>
                    <a:pt x="290429" y="163383"/>
                  </a:lnTo>
                  <a:lnTo>
                    <a:pt x="255910" y="192298"/>
                  </a:lnTo>
                  <a:lnTo>
                    <a:pt x="223170" y="223170"/>
                  </a:lnTo>
                  <a:lnTo>
                    <a:pt x="192298" y="255910"/>
                  </a:lnTo>
                  <a:lnTo>
                    <a:pt x="163383" y="290429"/>
                  </a:lnTo>
                  <a:lnTo>
                    <a:pt x="136514" y="326636"/>
                  </a:lnTo>
                  <a:lnTo>
                    <a:pt x="111781" y="364444"/>
                  </a:lnTo>
                  <a:lnTo>
                    <a:pt x="89272" y="403763"/>
                  </a:lnTo>
                  <a:lnTo>
                    <a:pt x="69078" y="444504"/>
                  </a:lnTo>
                  <a:lnTo>
                    <a:pt x="51286" y="486577"/>
                  </a:lnTo>
                  <a:lnTo>
                    <a:pt x="35987" y="529893"/>
                  </a:lnTo>
                  <a:lnTo>
                    <a:pt x="23269" y="574363"/>
                  </a:lnTo>
                  <a:lnTo>
                    <a:pt x="13223" y="619898"/>
                  </a:lnTo>
                  <a:lnTo>
                    <a:pt x="5936" y="666409"/>
                  </a:lnTo>
                  <a:lnTo>
                    <a:pt x="1498" y="713805"/>
                  </a:lnTo>
                  <a:lnTo>
                    <a:pt x="0" y="762000"/>
                  </a:lnTo>
                  <a:lnTo>
                    <a:pt x="1498" y="810194"/>
                  </a:lnTo>
                  <a:lnTo>
                    <a:pt x="5936" y="857590"/>
                  </a:lnTo>
                  <a:lnTo>
                    <a:pt x="13223" y="904101"/>
                  </a:lnTo>
                  <a:lnTo>
                    <a:pt x="23269" y="949636"/>
                  </a:lnTo>
                  <a:lnTo>
                    <a:pt x="35987" y="994106"/>
                  </a:lnTo>
                  <a:lnTo>
                    <a:pt x="51286" y="1037422"/>
                  </a:lnTo>
                  <a:lnTo>
                    <a:pt x="69078" y="1079495"/>
                  </a:lnTo>
                  <a:lnTo>
                    <a:pt x="89272" y="1120236"/>
                  </a:lnTo>
                  <a:lnTo>
                    <a:pt x="111781" y="1159555"/>
                  </a:lnTo>
                  <a:lnTo>
                    <a:pt x="136514" y="1197363"/>
                  </a:lnTo>
                  <a:lnTo>
                    <a:pt x="163383" y="1233570"/>
                  </a:lnTo>
                  <a:lnTo>
                    <a:pt x="192298" y="1268089"/>
                  </a:lnTo>
                  <a:lnTo>
                    <a:pt x="223170" y="1300829"/>
                  </a:lnTo>
                  <a:lnTo>
                    <a:pt x="255910" y="1331701"/>
                  </a:lnTo>
                  <a:lnTo>
                    <a:pt x="290429" y="1360616"/>
                  </a:lnTo>
                  <a:lnTo>
                    <a:pt x="326636" y="1387485"/>
                  </a:lnTo>
                  <a:lnTo>
                    <a:pt x="364444" y="1412218"/>
                  </a:lnTo>
                  <a:lnTo>
                    <a:pt x="403763" y="1434727"/>
                  </a:lnTo>
                  <a:lnTo>
                    <a:pt x="444504" y="1454921"/>
                  </a:lnTo>
                  <a:lnTo>
                    <a:pt x="486577" y="1472713"/>
                  </a:lnTo>
                  <a:lnTo>
                    <a:pt x="529893" y="1488012"/>
                  </a:lnTo>
                  <a:lnTo>
                    <a:pt x="574363" y="1500730"/>
                  </a:lnTo>
                  <a:lnTo>
                    <a:pt x="619898" y="1510776"/>
                  </a:lnTo>
                  <a:lnTo>
                    <a:pt x="666409" y="1518063"/>
                  </a:lnTo>
                  <a:lnTo>
                    <a:pt x="713805" y="1522501"/>
                  </a:lnTo>
                  <a:lnTo>
                    <a:pt x="762000" y="1524000"/>
                  </a:lnTo>
                  <a:lnTo>
                    <a:pt x="810194" y="1522501"/>
                  </a:lnTo>
                  <a:lnTo>
                    <a:pt x="857590" y="1518063"/>
                  </a:lnTo>
                  <a:lnTo>
                    <a:pt x="904101" y="1510776"/>
                  </a:lnTo>
                  <a:lnTo>
                    <a:pt x="949636" y="1500730"/>
                  </a:lnTo>
                  <a:lnTo>
                    <a:pt x="994106" y="1488012"/>
                  </a:lnTo>
                  <a:lnTo>
                    <a:pt x="1037422" y="1472713"/>
                  </a:lnTo>
                  <a:lnTo>
                    <a:pt x="1079495" y="1454921"/>
                  </a:lnTo>
                  <a:lnTo>
                    <a:pt x="1120236" y="1434727"/>
                  </a:lnTo>
                  <a:lnTo>
                    <a:pt x="1159555" y="1412218"/>
                  </a:lnTo>
                  <a:lnTo>
                    <a:pt x="1197363" y="1387485"/>
                  </a:lnTo>
                  <a:lnTo>
                    <a:pt x="1233570" y="1360616"/>
                  </a:lnTo>
                  <a:lnTo>
                    <a:pt x="1268089" y="1331701"/>
                  </a:lnTo>
                  <a:lnTo>
                    <a:pt x="1300829" y="1300829"/>
                  </a:lnTo>
                  <a:lnTo>
                    <a:pt x="1331701" y="1268089"/>
                  </a:lnTo>
                  <a:lnTo>
                    <a:pt x="1360616" y="1233570"/>
                  </a:lnTo>
                  <a:lnTo>
                    <a:pt x="1387485" y="1197363"/>
                  </a:lnTo>
                  <a:lnTo>
                    <a:pt x="1412218" y="1159555"/>
                  </a:lnTo>
                  <a:lnTo>
                    <a:pt x="1434727" y="1120236"/>
                  </a:lnTo>
                  <a:lnTo>
                    <a:pt x="1454921" y="1079495"/>
                  </a:lnTo>
                  <a:lnTo>
                    <a:pt x="1472713" y="1037422"/>
                  </a:lnTo>
                  <a:lnTo>
                    <a:pt x="1488012" y="994106"/>
                  </a:lnTo>
                  <a:lnTo>
                    <a:pt x="1500730" y="949636"/>
                  </a:lnTo>
                  <a:lnTo>
                    <a:pt x="1510776" y="904101"/>
                  </a:lnTo>
                  <a:lnTo>
                    <a:pt x="1518063" y="857590"/>
                  </a:lnTo>
                  <a:lnTo>
                    <a:pt x="1522501" y="810194"/>
                  </a:lnTo>
                  <a:lnTo>
                    <a:pt x="1524000" y="762000"/>
                  </a:lnTo>
                  <a:close/>
                </a:path>
              </a:pathLst>
            </a:custGeom>
            <a:ln w="28956">
              <a:solidFill>
                <a:srgbClr val="D1DFCE"/>
              </a:solidFill>
            </a:ln>
          </p:spPr>
          <p:txBody>
            <a:bodyPr wrap="square" lIns="0" tIns="0" rIns="0" bIns="0" rtlCol="0"/>
            <a:lstStyle/>
            <a:p>
              <a:endParaRPr/>
            </a:p>
          </p:txBody>
        </p:sp>
        <p:pic>
          <p:nvPicPr>
            <p:cNvPr id="9" name="object 9"/>
            <p:cNvPicPr/>
            <p:nvPr/>
          </p:nvPicPr>
          <p:blipFill>
            <a:blip r:embed="rId2" cstate="print"/>
            <a:stretch>
              <a:fillRect/>
            </a:stretch>
          </p:blipFill>
          <p:spPr>
            <a:xfrm>
              <a:off x="0" y="0"/>
              <a:ext cx="9144000" cy="6857999"/>
            </a:xfrm>
            <a:prstGeom prst="rect">
              <a:avLst/>
            </a:prstGeom>
          </p:spPr>
        </p:pic>
        <p:pic>
          <p:nvPicPr>
            <p:cNvPr id="10" name="object 10"/>
            <p:cNvPicPr/>
            <p:nvPr/>
          </p:nvPicPr>
          <p:blipFill>
            <a:blip r:embed="rId3" cstate="print"/>
            <a:stretch>
              <a:fillRect/>
            </a:stretch>
          </p:blipFill>
          <p:spPr>
            <a:xfrm>
              <a:off x="762000" y="2057400"/>
              <a:ext cx="3810000" cy="2057400"/>
            </a:xfrm>
            <a:prstGeom prst="rect">
              <a:avLst/>
            </a:prstGeom>
          </p:spPr>
        </p:pic>
        <p:pic>
          <p:nvPicPr>
            <p:cNvPr id="11" name="object 11"/>
            <p:cNvPicPr/>
            <p:nvPr/>
          </p:nvPicPr>
          <p:blipFill>
            <a:blip r:embed="rId3" cstate="print"/>
            <a:stretch>
              <a:fillRect/>
            </a:stretch>
          </p:blipFill>
          <p:spPr>
            <a:xfrm>
              <a:off x="4572000" y="4038600"/>
              <a:ext cx="4114800" cy="2133600"/>
            </a:xfrm>
            <a:prstGeom prst="rect">
              <a:avLst/>
            </a:prstGeom>
          </p:spPr>
        </p:pic>
        <p:sp>
          <p:nvSpPr>
            <p:cNvPr id="12" name="object 12"/>
            <p:cNvSpPr/>
            <p:nvPr/>
          </p:nvSpPr>
          <p:spPr>
            <a:xfrm>
              <a:off x="7010400" y="1219200"/>
              <a:ext cx="1219200" cy="990600"/>
            </a:xfrm>
            <a:custGeom>
              <a:avLst/>
              <a:gdLst/>
              <a:ahLst/>
              <a:cxnLst/>
              <a:rect l="l" t="t" r="r" b="b"/>
              <a:pathLst>
                <a:path w="1219200" h="990600">
                  <a:moveTo>
                    <a:pt x="788416" y="486410"/>
                  </a:moveTo>
                  <a:lnTo>
                    <a:pt x="788416" y="504189"/>
                  </a:lnTo>
                  <a:lnTo>
                    <a:pt x="1219200" y="495300"/>
                  </a:lnTo>
                  <a:lnTo>
                    <a:pt x="788416" y="486410"/>
                  </a:lnTo>
                  <a:close/>
                </a:path>
                <a:path w="1219200" h="990600">
                  <a:moveTo>
                    <a:pt x="1040638" y="145034"/>
                  </a:moveTo>
                  <a:lnTo>
                    <a:pt x="728345" y="386334"/>
                  </a:lnTo>
                  <a:lnTo>
                    <a:pt x="743711" y="398907"/>
                  </a:lnTo>
                  <a:lnTo>
                    <a:pt x="1040638" y="145034"/>
                  </a:lnTo>
                  <a:close/>
                </a:path>
                <a:path w="1219200" h="990600">
                  <a:moveTo>
                    <a:pt x="609600" y="0"/>
                  </a:moveTo>
                  <a:lnTo>
                    <a:pt x="598677" y="350012"/>
                  </a:lnTo>
                  <a:lnTo>
                    <a:pt x="620522" y="350012"/>
                  </a:lnTo>
                  <a:lnTo>
                    <a:pt x="609600" y="0"/>
                  </a:lnTo>
                  <a:close/>
                </a:path>
                <a:path w="1219200" h="990600">
                  <a:moveTo>
                    <a:pt x="178561" y="145034"/>
                  </a:moveTo>
                  <a:lnTo>
                    <a:pt x="475488" y="398907"/>
                  </a:lnTo>
                  <a:lnTo>
                    <a:pt x="490854" y="386334"/>
                  </a:lnTo>
                  <a:lnTo>
                    <a:pt x="178561" y="145034"/>
                  </a:lnTo>
                  <a:close/>
                </a:path>
                <a:path w="1219200" h="990600">
                  <a:moveTo>
                    <a:pt x="430783" y="486410"/>
                  </a:moveTo>
                  <a:lnTo>
                    <a:pt x="0" y="495300"/>
                  </a:lnTo>
                  <a:lnTo>
                    <a:pt x="430783" y="504189"/>
                  </a:lnTo>
                  <a:lnTo>
                    <a:pt x="430783" y="486410"/>
                  </a:lnTo>
                  <a:close/>
                </a:path>
                <a:path w="1219200" h="990600">
                  <a:moveTo>
                    <a:pt x="475488" y="591692"/>
                  </a:moveTo>
                  <a:lnTo>
                    <a:pt x="178561" y="845438"/>
                  </a:lnTo>
                  <a:lnTo>
                    <a:pt x="490854" y="604265"/>
                  </a:lnTo>
                  <a:lnTo>
                    <a:pt x="475488" y="591692"/>
                  </a:lnTo>
                  <a:close/>
                </a:path>
                <a:path w="1219200" h="990600">
                  <a:moveTo>
                    <a:pt x="620522" y="640588"/>
                  </a:moveTo>
                  <a:lnTo>
                    <a:pt x="598677" y="640588"/>
                  </a:lnTo>
                  <a:lnTo>
                    <a:pt x="609600" y="990600"/>
                  </a:lnTo>
                  <a:lnTo>
                    <a:pt x="620522" y="640588"/>
                  </a:lnTo>
                  <a:close/>
                </a:path>
                <a:path w="1219200" h="990600">
                  <a:moveTo>
                    <a:pt x="743711" y="591692"/>
                  </a:moveTo>
                  <a:lnTo>
                    <a:pt x="728345" y="604265"/>
                  </a:lnTo>
                  <a:lnTo>
                    <a:pt x="1040638" y="845438"/>
                  </a:lnTo>
                  <a:lnTo>
                    <a:pt x="743711" y="591692"/>
                  </a:lnTo>
                  <a:close/>
                </a:path>
                <a:path w="1219200" h="990600">
                  <a:moveTo>
                    <a:pt x="609600" y="464312"/>
                  </a:moveTo>
                  <a:lnTo>
                    <a:pt x="594752" y="466742"/>
                  </a:lnTo>
                  <a:lnTo>
                    <a:pt x="582644" y="473376"/>
                  </a:lnTo>
                  <a:lnTo>
                    <a:pt x="574488" y="483225"/>
                  </a:lnTo>
                  <a:lnTo>
                    <a:pt x="571500" y="495300"/>
                  </a:lnTo>
                  <a:lnTo>
                    <a:pt x="574488" y="507374"/>
                  </a:lnTo>
                  <a:lnTo>
                    <a:pt x="582644" y="517223"/>
                  </a:lnTo>
                  <a:lnTo>
                    <a:pt x="594752" y="523857"/>
                  </a:lnTo>
                  <a:lnTo>
                    <a:pt x="609600" y="526288"/>
                  </a:lnTo>
                  <a:lnTo>
                    <a:pt x="624447" y="523857"/>
                  </a:lnTo>
                  <a:lnTo>
                    <a:pt x="636555" y="517223"/>
                  </a:lnTo>
                  <a:lnTo>
                    <a:pt x="644711" y="507374"/>
                  </a:lnTo>
                  <a:lnTo>
                    <a:pt x="647700" y="495300"/>
                  </a:lnTo>
                  <a:lnTo>
                    <a:pt x="644711" y="483225"/>
                  </a:lnTo>
                  <a:lnTo>
                    <a:pt x="636555" y="473376"/>
                  </a:lnTo>
                  <a:lnTo>
                    <a:pt x="624447" y="466742"/>
                  </a:lnTo>
                  <a:lnTo>
                    <a:pt x="609600" y="464312"/>
                  </a:lnTo>
                  <a:close/>
                </a:path>
              </a:pathLst>
            </a:custGeom>
            <a:solidFill>
              <a:srgbClr val="9BAFCA"/>
            </a:solidFill>
          </p:spPr>
          <p:txBody>
            <a:bodyPr wrap="square" lIns="0" tIns="0" rIns="0" bIns="0" rtlCol="0"/>
            <a:lstStyle/>
            <a:p>
              <a:endParaRPr/>
            </a:p>
          </p:txBody>
        </p:sp>
        <p:sp>
          <p:nvSpPr>
            <p:cNvPr id="13" name="object 13"/>
            <p:cNvSpPr/>
            <p:nvPr/>
          </p:nvSpPr>
          <p:spPr>
            <a:xfrm>
              <a:off x="7010400" y="1219200"/>
              <a:ext cx="1219200" cy="990600"/>
            </a:xfrm>
            <a:custGeom>
              <a:avLst/>
              <a:gdLst/>
              <a:ahLst/>
              <a:cxnLst/>
              <a:rect l="l" t="t" r="r" b="b"/>
              <a:pathLst>
                <a:path w="1219200" h="990600">
                  <a:moveTo>
                    <a:pt x="1219200" y="495300"/>
                  </a:moveTo>
                  <a:lnTo>
                    <a:pt x="788416" y="504189"/>
                  </a:lnTo>
                  <a:lnTo>
                    <a:pt x="788416" y="486410"/>
                  </a:lnTo>
                  <a:lnTo>
                    <a:pt x="1219200" y="495300"/>
                  </a:lnTo>
                  <a:close/>
                </a:path>
                <a:path w="1219200" h="990600">
                  <a:moveTo>
                    <a:pt x="1040638" y="145034"/>
                  </a:moveTo>
                  <a:lnTo>
                    <a:pt x="743711" y="398907"/>
                  </a:lnTo>
                  <a:lnTo>
                    <a:pt x="728345" y="386334"/>
                  </a:lnTo>
                  <a:lnTo>
                    <a:pt x="1040638" y="145034"/>
                  </a:lnTo>
                  <a:close/>
                </a:path>
                <a:path w="1219200" h="990600">
                  <a:moveTo>
                    <a:pt x="609600" y="0"/>
                  </a:moveTo>
                  <a:lnTo>
                    <a:pt x="620522" y="350012"/>
                  </a:lnTo>
                  <a:lnTo>
                    <a:pt x="598677" y="350012"/>
                  </a:lnTo>
                  <a:lnTo>
                    <a:pt x="609600" y="0"/>
                  </a:lnTo>
                  <a:close/>
                </a:path>
                <a:path w="1219200" h="990600">
                  <a:moveTo>
                    <a:pt x="178561" y="145034"/>
                  </a:moveTo>
                  <a:lnTo>
                    <a:pt x="490854" y="386334"/>
                  </a:lnTo>
                  <a:lnTo>
                    <a:pt x="475488" y="398907"/>
                  </a:lnTo>
                  <a:lnTo>
                    <a:pt x="178561" y="145034"/>
                  </a:lnTo>
                  <a:close/>
                </a:path>
                <a:path w="1219200" h="990600">
                  <a:moveTo>
                    <a:pt x="0" y="495300"/>
                  </a:moveTo>
                  <a:lnTo>
                    <a:pt x="430783" y="486410"/>
                  </a:lnTo>
                  <a:lnTo>
                    <a:pt x="430783" y="504189"/>
                  </a:lnTo>
                  <a:lnTo>
                    <a:pt x="0" y="495300"/>
                  </a:lnTo>
                  <a:close/>
                </a:path>
                <a:path w="1219200" h="990600">
                  <a:moveTo>
                    <a:pt x="178561" y="845438"/>
                  </a:moveTo>
                  <a:lnTo>
                    <a:pt x="475488" y="591692"/>
                  </a:lnTo>
                  <a:lnTo>
                    <a:pt x="490854" y="604265"/>
                  </a:lnTo>
                  <a:lnTo>
                    <a:pt x="178561" y="845438"/>
                  </a:lnTo>
                  <a:close/>
                </a:path>
                <a:path w="1219200" h="990600">
                  <a:moveTo>
                    <a:pt x="609600" y="990600"/>
                  </a:moveTo>
                  <a:lnTo>
                    <a:pt x="598677" y="640588"/>
                  </a:lnTo>
                  <a:lnTo>
                    <a:pt x="620522" y="640588"/>
                  </a:lnTo>
                  <a:lnTo>
                    <a:pt x="609600" y="990600"/>
                  </a:lnTo>
                  <a:close/>
                </a:path>
                <a:path w="1219200" h="990600">
                  <a:moveTo>
                    <a:pt x="1040638" y="845438"/>
                  </a:moveTo>
                  <a:lnTo>
                    <a:pt x="728345" y="604265"/>
                  </a:lnTo>
                  <a:lnTo>
                    <a:pt x="743711" y="591692"/>
                  </a:lnTo>
                  <a:lnTo>
                    <a:pt x="1040638" y="845438"/>
                  </a:lnTo>
                  <a:close/>
                </a:path>
              </a:pathLst>
            </a:custGeom>
            <a:ln w="9144">
              <a:solidFill>
                <a:srgbClr val="CC0066"/>
              </a:solidFill>
            </a:ln>
          </p:spPr>
          <p:txBody>
            <a:bodyPr wrap="square" lIns="0" tIns="0" rIns="0" bIns="0" rtlCol="0"/>
            <a:lstStyle/>
            <a:p>
              <a:endParaRPr/>
            </a:p>
          </p:txBody>
        </p:sp>
        <p:pic>
          <p:nvPicPr>
            <p:cNvPr id="14" name="object 14"/>
            <p:cNvPicPr/>
            <p:nvPr/>
          </p:nvPicPr>
          <p:blipFill>
            <a:blip r:embed="rId4" cstate="print"/>
            <a:stretch>
              <a:fillRect/>
            </a:stretch>
          </p:blipFill>
          <p:spPr>
            <a:xfrm>
              <a:off x="7577328" y="1678939"/>
              <a:ext cx="85344" cy="71120"/>
            </a:xfrm>
            <a:prstGeom prst="rect">
              <a:avLst/>
            </a:prstGeom>
          </p:spPr>
        </p:pic>
        <p:sp>
          <p:nvSpPr>
            <p:cNvPr id="15" name="object 15"/>
            <p:cNvSpPr/>
            <p:nvPr/>
          </p:nvSpPr>
          <p:spPr>
            <a:xfrm>
              <a:off x="381000" y="3657600"/>
              <a:ext cx="0" cy="2971800"/>
            </a:xfrm>
            <a:custGeom>
              <a:avLst/>
              <a:gdLst/>
              <a:ahLst/>
              <a:cxnLst/>
              <a:rect l="l" t="t" r="r" b="b"/>
              <a:pathLst>
                <a:path h="2971800">
                  <a:moveTo>
                    <a:pt x="0" y="0"/>
                  </a:moveTo>
                  <a:lnTo>
                    <a:pt x="0" y="2971800"/>
                  </a:lnTo>
                </a:path>
              </a:pathLst>
            </a:custGeom>
            <a:ln w="9144">
              <a:solidFill>
                <a:srgbClr val="FFFFFF"/>
              </a:solidFill>
            </a:ln>
          </p:spPr>
          <p:txBody>
            <a:bodyPr wrap="square" lIns="0" tIns="0" rIns="0" bIns="0" rtlCol="0"/>
            <a:lstStyle/>
            <a:p>
              <a:endParaRPr/>
            </a:p>
          </p:txBody>
        </p:sp>
        <p:sp>
          <p:nvSpPr>
            <p:cNvPr id="16" name="object 16"/>
            <p:cNvSpPr/>
            <p:nvPr/>
          </p:nvSpPr>
          <p:spPr>
            <a:xfrm>
              <a:off x="152400" y="6324600"/>
              <a:ext cx="4648200" cy="0"/>
            </a:xfrm>
            <a:custGeom>
              <a:avLst/>
              <a:gdLst/>
              <a:ahLst/>
              <a:cxnLst/>
              <a:rect l="l" t="t" r="r" b="b"/>
              <a:pathLst>
                <a:path w="4648200">
                  <a:moveTo>
                    <a:pt x="0" y="0"/>
                  </a:moveTo>
                  <a:lnTo>
                    <a:pt x="4648200" y="0"/>
                  </a:lnTo>
                </a:path>
              </a:pathLst>
            </a:custGeom>
            <a:ln w="9144">
              <a:solidFill>
                <a:srgbClr val="66FFFF"/>
              </a:solidFill>
            </a:ln>
          </p:spPr>
          <p:txBody>
            <a:bodyPr wrap="square" lIns="0" tIns="0" rIns="0" bIns="0" rtlCol="0"/>
            <a:lstStyle/>
            <a:p>
              <a:endParaRPr/>
            </a:p>
          </p:txBody>
        </p:sp>
      </p:grpSp>
      <p:sp>
        <p:nvSpPr>
          <p:cNvPr id="22" name="object 22"/>
          <p:cNvSpPr txBox="1">
            <a:spLocks noGrp="1"/>
          </p:cNvSpPr>
          <p:nvPr>
            <p:ph type="ftr" sz="quarter" idx="5"/>
          </p:nvPr>
        </p:nvSpPr>
        <p:spPr>
          <a:xfrm>
            <a:off x="535940" y="6291877"/>
            <a:ext cx="741044" cy="167004"/>
          </a:xfrm>
          <a:prstGeom prst="rect">
            <a:avLst/>
          </a:prstGeom>
        </p:spPr>
        <p:txBody>
          <a:bodyPr vert="horz" wrap="square" lIns="0" tIns="0" rIns="0" bIns="0" rtlCol="0">
            <a:spAutoFit/>
          </a:bodyPr>
          <a:lstStyle>
            <a:defPPr>
              <a:defRPr kern="0"/>
            </a:defPPr>
            <a:lvl1pPr>
              <a:defRPr sz="1000" b="0" i="0">
                <a:solidFill>
                  <a:schemeClr val="tx1"/>
                </a:solidFill>
                <a:latin typeface="Microsoft Sans Serif"/>
                <a:cs typeface="Microsoft Sans Serif"/>
              </a:defRPr>
            </a:lvl1pPr>
          </a:lstStyle>
          <a:p>
            <a:pPr marL="12700">
              <a:lnSpc>
                <a:spcPct val="100000"/>
              </a:lnSpc>
            </a:pPr>
            <a:r>
              <a:rPr lang="en-US"/>
              <a:t>20</a:t>
            </a:r>
            <a:r>
              <a:rPr lang="en-US" spc="-20"/>
              <a:t> </a:t>
            </a:r>
            <a:r>
              <a:rPr lang="en-US"/>
              <a:t>July</a:t>
            </a:r>
            <a:r>
              <a:rPr lang="en-US" spc="-10"/>
              <a:t> </a:t>
            </a:r>
            <a:r>
              <a:rPr lang="en-US" spc="-20"/>
              <a:t>2021</a:t>
            </a:r>
            <a:endParaRPr spc="-20" dirty="0"/>
          </a:p>
        </p:txBody>
      </p:sp>
      <p:sp>
        <p:nvSpPr>
          <p:cNvPr id="23" name="object 23"/>
          <p:cNvSpPr txBox="1">
            <a:spLocks noGrp="1"/>
          </p:cNvSpPr>
          <p:nvPr>
            <p:ph type="sldNum" sz="quarter" idx="7"/>
          </p:nvPr>
        </p:nvSpPr>
        <p:spPr>
          <a:xfrm>
            <a:off x="8416797" y="6291877"/>
            <a:ext cx="229489" cy="167004"/>
          </a:xfrm>
          <a:prstGeom prst="rect">
            <a:avLst/>
          </a:prstGeom>
        </p:spPr>
        <p:txBody>
          <a:bodyPr vert="horz" wrap="square" lIns="0" tIns="0" rIns="0" bIns="0" rtlCol="0">
            <a:spAutoFit/>
          </a:bodyPr>
          <a:lstStyle>
            <a:defPPr>
              <a:defRPr kern="0"/>
            </a:defPPr>
            <a:lvl1pPr>
              <a:defRPr sz="1000" b="0" i="0">
                <a:solidFill>
                  <a:schemeClr val="tx1"/>
                </a:solidFill>
                <a:latin typeface="Microsoft Sans Serif"/>
                <a:cs typeface="Microsoft Sans Serif"/>
              </a:defRPr>
            </a:lvl1pPr>
          </a:lstStyle>
          <a:p>
            <a:pPr marL="107950">
              <a:lnSpc>
                <a:spcPct val="100000"/>
              </a:lnSpc>
            </a:pPr>
            <a:fld id="{81D60167-4931-47E6-BA6A-407CBD079E47}" type="slidenum">
              <a:rPr lang="en-US" spc="-50" smtClean="0"/>
              <a:pPr marL="107950">
                <a:lnSpc>
                  <a:spcPct val="100000"/>
                </a:lnSpc>
              </a:pPr>
              <a:t>33</a:t>
            </a:fld>
            <a:endParaRPr spc="-25" dirty="0"/>
          </a:p>
        </p:txBody>
      </p:sp>
      <p:sp>
        <p:nvSpPr>
          <p:cNvPr id="19" name="object 19"/>
          <p:cNvSpPr txBox="1"/>
          <p:nvPr/>
        </p:nvSpPr>
        <p:spPr>
          <a:xfrm>
            <a:off x="5185028" y="2769489"/>
            <a:ext cx="3223260" cy="391160"/>
          </a:xfrm>
          <a:prstGeom prst="rect">
            <a:avLst/>
          </a:prstGeom>
        </p:spPr>
        <p:txBody>
          <a:bodyPr vert="horz" wrap="square" lIns="0" tIns="12700" rIns="0" bIns="0" rtlCol="0">
            <a:spAutoFit/>
          </a:bodyPr>
          <a:lstStyle/>
          <a:p>
            <a:pPr marL="12700">
              <a:lnSpc>
                <a:spcPct val="100000"/>
              </a:lnSpc>
              <a:spcBef>
                <a:spcPts val="100"/>
              </a:spcBef>
            </a:pPr>
            <a:r>
              <a:rPr sz="2400" b="1" i="1" dirty="0">
                <a:solidFill>
                  <a:srgbClr val="FFFFFF"/>
                </a:solidFill>
                <a:latin typeface="Arial"/>
                <a:cs typeface="Arial"/>
              </a:rPr>
              <a:t>Hai</a:t>
            </a:r>
            <a:r>
              <a:rPr sz="2400" b="1" i="1" spc="-40" dirty="0">
                <a:solidFill>
                  <a:srgbClr val="FFFFFF"/>
                </a:solidFill>
                <a:latin typeface="Arial"/>
                <a:cs typeface="Arial"/>
              </a:rPr>
              <a:t> </a:t>
            </a:r>
            <a:r>
              <a:rPr sz="2400" b="1" i="1" dirty="0">
                <a:solidFill>
                  <a:srgbClr val="FFFFFF"/>
                </a:solidFill>
                <a:latin typeface="Arial"/>
                <a:cs typeface="Arial"/>
              </a:rPr>
              <a:t>chức</a:t>
            </a:r>
            <a:r>
              <a:rPr sz="2400" b="1" i="1" spc="-55" dirty="0">
                <a:solidFill>
                  <a:srgbClr val="FFFFFF"/>
                </a:solidFill>
                <a:latin typeface="Arial"/>
                <a:cs typeface="Arial"/>
              </a:rPr>
              <a:t> </a:t>
            </a:r>
            <a:r>
              <a:rPr sz="2400" b="1" i="1" dirty="0">
                <a:solidFill>
                  <a:srgbClr val="FFFFFF"/>
                </a:solidFill>
                <a:latin typeface="Arial"/>
                <a:cs typeface="Arial"/>
              </a:rPr>
              <a:t>năng</a:t>
            </a:r>
            <a:r>
              <a:rPr sz="2400" b="1" i="1" spc="-40" dirty="0">
                <a:solidFill>
                  <a:srgbClr val="FFFFFF"/>
                </a:solidFill>
                <a:latin typeface="Arial"/>
                <a:cs typeface="Arial"/>
              </a:rPr>
              <a:t> </a:t>
            </a:r>
            <a:r>
              <a:rPr sz="2400" b="1" i="1" dirty="0">
                <a:solidFill>
                  <a:srgbClr val="FFFFFF"/>
                </a:solidFill>
                <a:latin typeface="Arial"/>
                <a:cs typeface="Arial"/>
              </a:rPr>
              <a:t>cơ</a:t>
            </a:r>
            <a:r>
              <a:rPr sz="2400" b="1" i="1" spc="-45" dirty="0">
                <a:solidFill>
                  <a:srgbClr val="FFFFFF"/>
                </a:solidFill>
                <a:latin typeface="Arial"/>
                <a:cs typeface="Arial"/>
              </a:rPr>
              <a:t> </a:t>
            </a:r>
            <a:r>
              <a:rPr sz="2400" b="1" i="1" spc="-25" dirty="0">
                <a:solidFill>
                  <a:srgbClr val="FFFFFF"/>
                </a:solidFill>
                <a:latin typeface="Arial"/>
                <a:cs typeface="Arial"/>
              </a:rPr>
              <a:t>bản</a:t>
            </a:r>
            <a:endParaRPr sz="2400">
              <a:latin typeface="Arial"/>
              <a:cs typeface="Arial"/>
            </a:endParaRPr>
          </a:p>
        </p:txBody>
      </p:sp>
      <p:sp>
        <p:nvSpPr>
          <p:cNvPr id="20" name="object 20"/>
          <p:cNvSpPr txBox="1"/>
          <p:nvPr/>
        </p:nvSpPr>
        <p:spPr>
          <a:xfrm>
            <a:off x="1222044" y="2692730"/>
            <a:ext cx="2712720" cy="391795"/>
          </a:xfrm>
          <a:prstGeom prst="rect">
            <a:avLst/>
          </a:prstGeom>
        </p:spPr>
        <p:txBody>
          <a:bodyPr vert="horz" wrap="square" lIns="0" tIns="12700" rIns="0" bIns="0" rtlCol="0">
            <a:spAutoFit/>
          </a:bodyPr>
          <a:lstStyle/>
          <a:p>
            <a:pPr marL="12700">
              <a:lnSpc>
                <a:spcPct val="100000"/>
              </a:lnSpc>
              <a:spcBef>
                <a:spcPts val="100"/>
              </a:spcBef>
            </a:pPr>
            <a:r>
              <a:rPr sz="2400" b="1" i="1" dirty="0">
                <a:latin typeface="Arial"/>
                <a:cs typeface="Arial"/>
              </a:rPr>
              <a:t>Chức</a:t>
            </a:r>
            <a:r>
              <a:rPr sz="2400" b="1" i="1" spc="-15" dirty="0">
                <a:latin typeface="Arial"/>
                <a:cs typeface="Arial"/>
              </a:rPr>
              <a:t> </a:t>
            </a:r>
            <a:r>
              <a:rPr sz="2400" b="1" i="1" dirty="0">
                <a:latin typeface="Arial"/>
                <a:cs typeface="Arial"/>
              </a:rPr>
              <a:t>năng</a:t>
            </a:r>
            <a:r>
              <a:rPr sz="2400" b="1" i="1" spc="-25" dirty="0">
                <a:latin typeface="Arial"/>
                <a:cs typeface="Arial"/>
              </a:rPr>
              <a:t> </a:t>
            </a:r>
            <a:r>
              <a:rPr sz="2400" b="1" i="1" dirty="0">
                <a:latin typeface="Arial"/>
                <a:cs typeface="Arial"/>
              </a:rPr>
              <a:t>đối</a:t>
            </a:r>
            <a:r>
              <a:rPr sz="2400" b="1" i="1" spc="-10" dirty="0">
                <a:latin typeface="Arial"/>
                <a:cs typeface="Arial"/>
              </a:rPr>
              <a:t> </a:t>
            </a:r>
            <a:r>
              <a:rPr sz="2400" b="1" i="1" spc="-25" dirty="0">
                <a:latin typeface="Arial"/>
                <a:cs typeface="Arial"/>
              </a:rPr>
              <a:t>nội</a:t>
            </a:r>
            <a:endParaRPr sz="2400">
              <a:latin typeface="Arial"/>
              <a:cs typeface="Arial"/>
            </a:endParaRPr>
          </a:p>
        </p:txBody>
      </p:sp>
      <p:sp>
        <p:nvSpPr>
          <p:cNvPr id="21" name="object 21"/>
          <p:cNvSpPr txBox="1"/>
          <p:nvPr/>
        </p:nvSpPr>
        <p:spPr>
          <a:xfrm>
            <a:off x="612140" y="4751070"/>
            <a:ext cx="7487284" cy="1138555"/>
          </a:xfrm>
          <a:prstGeom prst="rect">
            <a:avLst/>
          </a:prstGeom>
        </p:spPr>
        <p:txBody>
          <a:bodyPr vert="horz" wrap="square" lIns="0" tIns="12700" rIns="0" bIns="0" rtlCol="0">
            <a:spAutoFit/>
          </a:bodyPr>
          <a:lstStyle/>
          <a:p>
            <a:pPr marL="4432935">
              <a:lnSpc>
                <a:spcPct val="100000"/>
              </a:lnSpc>
              <a:spcBef>
                <a:spcPts val="100"/>
              </a:spcBef>
            </a:pPr>
            <a:r>
              <a:rPr sz="2400" b="1" i="1" dirty="0">
                <a:latin typeface="Arial"/>
                <a:cs typeface="Arial"/>
              </a:rPr>
              <a:t>Chức</a:t>
            </a:r>
            <a:r>
              <a:rPr sz="2400" b="1" i="1" spc="-30" dirty="0">
                <a:latin typeface="Arial"/>
                <a:cs typeface="Arial"/>
              </a:rPr>
              <a:t> </a:t>
            </a:r>
            <a:r>
              <a:rPr sz="2400" b="1" i="1" dirty="0">
                <a:latin typeface="Arial"/>
                <a:cs typeface="Arial"/>
              </a:rPr>
              <a:t>năng</a:t>
            </a:r>
            <a:r>
              <a:rPr sz="2400" b="1" i="1" spc="-40" dirty="0">
                <a:latin typeface="Arial"/>
                <a:cs typeface="Arial"/>
              </a:rPr>
              <a:t> </a:t>
            </a:r>
            <a:r>
              <a:rPr sz="2400" b="1" i="1" dirty="0">
                <a:latin typeface="Arial"/>
                <a:cs typeface="Arial"/>
              </a:rPr>
              <a:t>đối</a:t>
            </a:r>
            <a:r>
              <a:rPr sz="2400" b="1" i="1" spc="-35" dirty="0">
                <a:latin typeface="Arial"/>
                <a:cs typeface="Arial"/>
              </a:rPr>
              <a:t> </a:t>
            </a:r>
            <a:r>
              <a:rPr sz="2400" b="1" i="1" spc="-10" dirty="0">
                <a:latin typeface="Arial"/>
                <a:cs typeface="Arial"/>
              </a:rPr>
              <a:t>ngoại</a:t>
            </a:r>
            <a:endParaRPr sz="2400">
              <a:latin typeface="Arial"/>
              <a:cs typeface="Arial"/>
            </a:endParaRPr>
          </a:p>
          <a:p>
            <a:pPr marL="12700">
              <a:lnSpc>
                <a:spcPct val="100000"/>
              </a:lnSpc>
              <a:spcBef>
                <a:spcPts val="120"/>
              </a:spcBef>
            </a:pPr>
            <a:r>
              <a:rPr sz="2400" b="1" i="1" dirty="0">
                <a:solidFill>
                  <a:srgbClr val="FFFFFF"/>
                </a:solidFill>
                <a:latin typeface="Arial"/>
                <a:cs typeface="Arial"/>
              </a:rPr>
              <a:t>Quan</a:t>
            </a:r>
            <a:r>
              <a:rPr sz="2400" b="1" i="1" spc="-35" dirty="0">
                <a:solidFill>
                  <a:srgbClr val="FFFFFF"/>
                </a:solidFill>
                <a:latin typeface="Arial"/>
                <a:cs typeface="Arial"/>
              </a:rPr>
              <a:t> </a:t>
            </a:r>
            <a:r>
              <a:rPr sz="2400" b="1" i="1" dirty="0">
                <a:solidFill>
                  <a:srgbClr val="FFFFFF"/>
                </a:solidFill>
                <a:latin typeface="Arial"/>
                <a:cs typeface="Arial"/>
              </a:rPr>
              <a:t>hệ</a:t>
            </a:r>
            <a:r>
              <a:rPr sz="2400" b="1" i="1" spc="-25" dirty="0">
                <a:solidFill>
                  <a:srgbClr val="FFFFFF"/>
                </a:solidFill>
                <a:latin typeface="Arial"/>
                <a:cs typeface="Arial"/>
              </a:rPr>
              <a:t> </a:t>
            </a:r>
            <a:r>
              <a:rPr sz="2400" b="1" i="1" dirty="0">
                <a:solidFill>
                  <a:srgbClr val="FFFFFF"/>
                </a:solidFill>
                <a:latin typeface="Arial"/>
                <a:cs typeface="Arial"/>
              </a:rPr>
              <a:t>mật</a:t>
            </a:r>
            <a:r>
              <a:rPr sz="2400" b="1" i="1" spc="-10" dirty="0">
                <a:solidFill>
                  <a:srgbClr val="FFFFFF"/>
                </a:solidFill>
                <a:latin typeface="Arial"/>
                <a:cs typeface="Arial"/>
              </a:rPr>
              <a:t> </a:t>
            </a:r>
            <a:r>
              <a:rPr sz="2400" b="1" i="1" dirty="0">
                <a:solidFill>
                  <a:srgbClr val="FFFFFF"/>
                </a:solidFill>
                <a:latin typeface="Arial"/>
                <a:cs typeface="Arial"/>
              </a:rPr>
              <a:t>thiết,</a:t>
            </a:r>
            <a:r>
              <a:rPr sz="2400" b="1" i="1" spc="-35" dirty="0">
                <a:solidFill>
                  <a:srgbClr val="FFFFFF"/>
                </a:solidFill>
                <a:latin typeface="Arial"/>
                <a:cs typeface="Arial"/>
              </a:rPr>
              <a:t> </a:t>
            </a:r>
            <a:r>
              <a:rPr sz="2400" b="1" i="1" spc="-25" dirty="0">
                <a:solidFill>
                  <a:srgbClr val="FFFFFF"/>
                </a:solidFill>
                <a:latin typeface="Arial"/>
                <a:cs typeface="Arial"/>
              </a:rPr>
              <a:t>tác</a:t>
            </a:r>
            <a:endParaRPr sz="2400">
              <a:latin typeface="Arial"/>
              <a:cs typeface="Arial"/>
            </a:endParaRPr>
          </a:p>
          <a:p>
            <a:pPr marL="12700">
              <a:lnSpc>
                <a:spcPct val="100000"/>
              </a:lnSpc>
            </a:pPr>
            <a:r>
              <a:rPr sz="2400" b="1" i="1" dirty="0">
                <a:solidFill>
                  <a:srgbClr val="FFFFFF"/>
                </a:solidFill>
                <a:latin typeface="Arial"/>
                <a:cs typeface="Arial"/>
              </a:rPr>
              <a:t>động</a:t>
            </a:r>
            <a:r>
              <a:rPr sz="2400" b="1" i="1" spc="-15" dirty="0">
                <a:solidFill>
                  <a:srgbClr val="FFFFFF"/>
                </a:solidFill>
                <a:latin typeface="Arial"/>
                <a:cs typeface="Arial"/>
              </a:rPr>
              <a:t> </a:t>
            </a:r>
            <a:r>
              <a:rPr sz="2400" b="1" i="1" dirty="0">
                <a:solidFill>
                  <a:srgbClr val="FFFFFF"/>
                </a:solidFill>
                <a:latin typeface="Arial"/>
                <a:cs typeface="Arial"/>
              </a:rPr>
              <a:t>qua</a:t>
            </a:r>
            <a:r>
              <a:rPr sz="2400" b="1" i="1" spc="-20" dirty="0">
                <a:solidFill>
                  <a:srgbClr val="FFFFFF"/>
                </a:solidFill>
                <a:latin typeface="Arial"/>
                <a:cs typeface="Arial"/>
              </a:rPr>
              <a:t> </a:t>
            </a:r>
            <a:r>
              <a:rPr sz="2400" b="1" i="1" dirty="0">
                <a:solidFill>
                  <a:srgbClr val="FFFFFF"/>
                </a:solidFill>
                <a:latin typeface="Arial"/>
                <a:cs typeface="Arial"/>
              </a:rPr>
              <a:t>lại</a:t>
            </a:r>
            <a:r>
              <a:rPr sz="2400" b="1" i="1" spc="-20" dirty="0">
                <a:solidFill>
                  <a:srgbClr val="FFFFFF"/>
                </a:solidFill>
                <a:latin typeface="Arial"/>
                <a:cs typeface="Arial"/>
              </a:rPr>
              <a:t> </a:t>
            </a:r>
            <a:r>
              <a:rPr sz="2400" b="1" i="1" dirty="0">
                <a:solidFill>
                  <a:srgbClr val="FFFFFF"/>
                </a:solidFill>
                <a:latin typeface="Arial"/>
                <a:cs typeface="Arial"/>
              </a:rPr>
              <a:t>lẫn </a:t>
            </a:r>
            <a:r>
              <a:rPr sz="2400" b="1" i="1" spc="-20" dirty="0">
                <a:solidFill>
                  <a:srgbClr val="FFFFFF"/>
                </a:solidFill>
                <a:latin typeface="Arial"/>
                <a:cs typeface="Arial"/>
              </a:rPr>
              <a:t>nhau</a:t>
            </a:r>
            <a:endParaRPr sz="2400">
              <a:latin typeface="Arial"/>
              <a:cs typeface="Arial"/>
            </a:endParaRPr>
          </a:p>
        </p:txBody>
      </p:sp>
      <p:sp>
        <p:nvSpPr>
          <p:cNvPr id="26" name="Rectangle 2">
            <a:extLst>
              <a:ext uri="{FF2B5EF4-FFF2-40B4-BE49-F238E27FC236}">
                <a16:creationId xmlns:a16="http://schemas.microsoft.com/office/drawing/2014/main" id="{08B79BAC-B77C-41D7-8421-32D9E71963DB}"/>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24" name="Rectangle 2">
            <a:extLst>
              <a:ext uri="{FF2B5EF4-FFF2-40B4-BE49-F238E27FC236}">
                <a16:creationId xmlns:a16="http://schemas.microsoft.com/office/drawing/2014/main" id="{59454F6A-DDF7-4A53-A424-900E6A54E82A}"/>
              </a:ext>
            </a:extLst>
          </p:cNvPr>
          <p:cNvSpPr txBox="1">
            <a:spLocks noRot="1" noChangeArrowheads="1"/>
          </p:cNvSpPr>
          <p:nvPr/>
        </p:nvSpPr>
        <p:spPr bwMode="auto">
          <a:xfrm>
            <a:off x="228600" y="1049337"/>
            <a:ext cx="6858000" cy="511175"/>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dirty="0">
                <a:solidFill>
                  <a:srgbClr val="C00000"/>
                </a:solidFill>
                <a:latin typeface="Arial" panose="020B0604020202020204" pitchFamily="34" charset="0"/>
                <a:cs typeface="Arial" panose="020B0604020202020204" pitchFamily="34" charset="0"/>
              </a:rPr>
              <a:t>IV. CHỨC NĂNG CỦA </a:t>
            </a:r>
            <a:r>
              <a:rPr lang="en-US" altLang="en-US" sz="2400" b="1" kern="0" dirty="0">
                <a:solidFill>
                  <a:srgbClr val="C00000"/>
                </a:solidFill>
                <a:latin typeface="Arial" panose="020B0604020202020204" pitchFamily="34" charset="0"/>
                <a:cs typeface="Arial" panose="020B0604020202020204" pitchFamily="34" charset="0"/>
              </a:rPr>
              <a:t>NHÀ NƯỚC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2" name="Rectangle: Rounded Corners 1">
            <a:extLst>
              <a:ext uri="{FF2B5EF4-FFF2-40B4-BE49-F238E27FC236}">
                <a16:creationId xmlns:a16="http://schemas.microsoft.com/office/drawing/2014/main" id="{421929F3-16A4-418A-91B3-2F2F84A8ADF3}"/>
              </a:ext>
            </a:extLst>
          </p:cNvPr>
          <p:cNvSpPr/>
          <p:nvPr/>
        </p:nvSpPr>
        <p:spPr>
          <a:xfrm>
            <a:off x="609600" y="2546501"/>
            <a:ext cx="1219200" cy="316917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CHỨC NĂNG ĐỐI NỘI</a:t>
            </a:r>
          </a:p>
        </p:txBody>
      </p:sp>
      <p:sp>
        <p:nvSpPr>
          <p:cNvPr id="9" name="object 21">
            <a:extLst>
              <a:ext uri="{FF2B5EF4-FFF2-40B4-BE49-F238E27FC236}">
                <a16:creationId xmlns:a16="http://schemas.microsoft.com/office/drawing/2014/main" id="{BD50E579-2822-48B8-A507-CD313CF04CB9}"/>
              </a:ext>
            </a:extLst>
          </p:cNvPr>
          <p:cNvSpPr txBox="1"/>
          <p:nvPr/>
        </p:nvSpPr>
        <p:spPr>
          <a:xfrm>
            <a:off x="2971800" y="3393367"/>
            <a:ext cx="4572000" cy="574675"/>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r>
              <a:rPr sz="1800" b="1" dirty="0">
                <a:solidFill>
                  <a:srgbClr val="CC9900"/>
                </a:solidFill>
                <a:latin typeface="Arial"/>
                <a:cs typeface="Arial"/>
              </a:rPr>
              <a:t>GIỮ</a:t>
            </a:r>
            <a:r>
              <a:rPr sz="1800" b="1" spc="-30" dirty="0">
                <a:solidFill>
                  <a:srgbClr val="CC9900"/>
                </a:solidFill>
                <a:latin typeface="Arial"/>
                <a:cs typeface="Arial"/>
              </a:rPr>
              <a:t> </a:t>
            </a:r>
            <a:r>
              <a:rPr sz="1800" b="1" dirty="0">
                <a:solidFill>
                  <a:srgbClr val="CC9900"/>
                </a:solidFill>
                <a:latin typeface="Arial"/>
                <a:cs typeface="Arial"/>
              </a:rPr>
              <a:t>VỮNG</a:t>
            </a:r>
            <a:r>
              <a:rPr sz="1800" b="1" spc="-80" dirty="0">
                <a:solidFill>
                  <a:srgbClr val="CC9900"/>
                </a:solidFill>
                <a:latin typeface="Arial"/>
                <a:cs typeface="Arial"/>
              </a:rPr>
              <a:t> </a:t>
            </a:r>
            <a:r>
              <a:rPr sz="1800" b="1" dirty="0">
                <a:solidFill>
                  <a:srgbClr val="CC9900"/>
                </a:solidFill>
                <a:latin typeface="Arial"/>
                <a:cs typeface="Arial"/>
              </a:rPr>
              <a:t>AN</a:t>
            </a:r>
            <a:r>
              <a:rPr sz="1800" b="1" spc="-25" dirty="0">
                <a:solidFill>
                  <a:srgbClr val="CC9900"/>
                </a:solidFill>
                <a:latin typeface="Arial"/>
                <a:cs typeface="Arial"/>
              </a:rPr>
              <a:t> </a:t>
            </a:r>
            <a:r>
              <a:rPr sz="1800" b="1" dirty="0">
                <a:solidFill>
                  <a:srgbClr val="CC9900"/>
                </a:solidFill>
                <a:latin typeface="Arial"/>
                <a:cs typeface="Arial"/>
              </a:rPr>
              <a:t>NINH</a:t>
            </a:r>
            <a:r>
              <a:rPr sz="1800" b="1" spc="-20" dirty="0">
                <a:solidFill>
                  <a:srgbClr val="CC9900"/>
                </a:solidFill>
                <a:latin typeface="Arial"/>
                <a:cs typeface="Arial"/>
              </a:rPr>
              <a:t> </a:t>
            </a:r>
            <a:r>
              <a:rPr sz="1800" b="1" spc="-10" dirty="0">
                <a:solidFill>
                  <a:srgbClr val="CC9900"/>
                </a:solidFill>
                <a:latin typeface="Arial"/>
                <a:cs typeface="Arial"/>
              </a:rPr>
              <a:t>CHÍNH</a:t>
            </a:r>
            <a:r>
              <a:rPr sz="1800" b="1" dirty="0">
                <a:solidFill>
                  <a:srgbClr val="CC9900"/>
                </a:solidFill>
                <a:latin typeface="Arial"/>
                <a:cs typeface="Arial"/>
              </a:rPr>
              <a:t>TRỊ,</a:t>
            </a:r>
            <a:r>
              <a:rPr lang="en-US" sz="1800" b="1" spc="-45" dirty="0">
                <a:solidFill>
                  <a:srgbClr val="CC9900"/>
                </a:solidFill>
                <a:latin typeface="Arial"/>
                <a:cs typeface="Arial"/>
              </a:rPr>
              <a:t> </a:t>
            </a:r>
            <a:r>
              <a:rPr sz="1800" b="1" dirty="0">
                <a:solidFill>
                  <a:srgbClr val="CC9900"/>
                </a:solidFill>
                <a:latin typeface="Arial"/>
                <a:cs typeface="Arial"/>
              </a:rPr>
              <a:t>TRẬT</a:t>
            </a:r>
            <a:r>
              <a:rPr sz="1800" b="1" spc="-40" dirty="0">
                <a:solidFill>
                  <a:srgbClr val="CC9900"/>
                </a:solidFill>
                <a:latin typeface="Arial"/>
                <a:cs typeface="Arial"/>
              </a:rPr>
              <a:t> </a:t>
            </a:r>
            <a:r>
              <a:rPr sz="1800" b="1" dirty="0">
                <a:solidFill>
                  <a:srgbClr val="CC9900"/>
                </a:solidFill>
                <a:latin typeface="Arial"/>
                <a:cs typeface="Arial"/>
              </a:rPr>
              <a:t>TỰ</a:t>
            </a:r>
            <a:r>
              <a:rPr sz="1800" b="1" spc="-120" dirty="0">
                <a:solidFill>
                  <a:srgbClr val="CC9900"/>
                </a:solidFill>
                <a:latin typeface="Arial"/>
                <a:cs typeface="Arial"/>
              </a:rPr>
              <a:t> </a:t>
            </a:r>
            <a:r>
              <a:rPr sz="1800" b="1" dirty="0">
                <a:solidFill>
                  <a:srgbClr val="CC9900"/>
                </a:solidFill>
                <a:latin typeface="Arial"/>
                <a:cs typeface="Arial"/>
              </a:rPr>
              <a:t>AN</a:t>
            </a:r>
            <a:r>
              <a:rPr sz="1800" b="1" spc="-35" dirty="0">
                <a:solidFill>
                  <a:srgbClr val="CC9900"/>
                </a:solidFill>
                <a:latin typeface="Arial"/>
                <a:cs typeface="Arial"/>
              </a:rPr>
              <a:t> </a:t>
            </a:r>
            <a:r>
              <a:rPr sz="1800" b="1" dirty="0">
                <a:solidFill>
                  <a:srgbClr val="CC9900"/>
                </a:solidFill>
                <a:latin typeface="Arial"/>
                <a:cs typeface="Arial"/>
              </a:rPr>
              <a:t>TOÀN</a:t>
            </a:r>
            <a:r>
              <a:rPr sz="1800" b="1" spc="-40" dirty="0">
                <a:solidFill>
                  <a:srgbClr val="CC9900"/>
                </a:solidFill>
                <a:latin typeface="Arial"/>
                <a:cs typeface="Arial"/>
              </a:rPr>
              <a:t> </a:t>
            </a:r>
            <a:r>
              <a:rPr sz="1800" b="1" spc="-25" dirty="0">
                <a:solidFill>
                  <a:srgbClr val="CC9900"/>
                </a:solidFill>
                <a:latin typeface="Arial"/>
                <a:cs typeface="Arial"/>
              </a:rPr>
              <a:t>XH</a:t>
            </a:r>
            <a:endParaRPr sz="1800" dirty="0">
              <a:solidFill>
                <a:srgbClr val="CC9900"/>
              </a:solidFill>
              <a:latin typeface="Arial"/>
              <a:cs typeface="Arial"/>
            </a:endParaRPr>
          </a:p>
        </p:txBody>
      </p:sp>
      <p:sp>
        <p:nvSpPr>
          <p:cNvPr id="10" name="object 21">
            <a:extLst>
              <a:ext uri="{FF2B5EF4-FFF2-40B4-BE49-F238E27FC236}">
                <a16:creationId xmlns:a16="http://schemas.microsoft.com/office/drawing/2014/main" id="{CCCBB546-5D36-4063-BB4B-2A6888009258}"/>
              </a:ext>
            </a:extLst>
          </p:cNvPr>
          <p:cNvSpPr txBox="1"/>
          <p:nvPr/>
        </p:nvSpPr>
        <p:spPr>
          <a:xfrm>
            <a:off x="2992464" y="2484989"/>
            <a:ext cx="4572000" cy="566822"/>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r>
              <a:rPr lang="en-US" sz="1800" b="1" dirty="0">
                <a:solidFill>
                  <a:srgbClr val="0033CC"/>
                </a:solidFill>
                <a:latin typeface="Arial"/>
                <a:cs typeface="Arial"/>
              </a:rPr>
              <a:t>QUẢN LÝ NỀN KINH TẾ, VĂN HÓA, GIÁO DỤC,…</a:t>
            </a:r>
            <a:endParaRPr sz="1800" dirty="0">
              <a:latin typeface="Arial"/>
              <a:cs typeface="Arial"/>
            </a:endParaRPr>
          </a:p>
        </p:txBody>
      </p:sp>
      <p:sp>
        <p:nvSpPr>
          <p:cNvPr id="12" name="object 22">
            <a:extLst>
              <a:ext uri="{FF2B5EF4-FFF2-40B4-BE49-F238E27FC236}">
                <a16:creationId xmlns:a16="http://schemas.microsoft.com/office/drawing/2014/main" id="{1701F0EC-67A0-426C-AB96-246AFAC663E5}"/>
              </a:ext>
            </a:extLst>
          </p:cNvPr>
          <p:cNvSpPr txBox="1"/>
          <p:nvPr/>
        </p:nvSpPr>
        <p:spPr>
          <a:xfrm>
            <a:off x="2992464" y="4227491"/>
            <a:ext cx="4551336" cy="566822"/>
          </a:xfrm>
          <a:prstGeom prst="rect">
            <a:avLst/>
          </a:prstGeom>
        </p:spPr>
        <p:txBody>
          <a:bodyPr vert="horz" wrap="square" lIns="0" tIns="12700" rIns="0" bIns="0" rtlCol="0">
            <a:spAutoFit/>
          </a:bodyPr>
          <a:lstStyle/>
          <a:p>
            <a:pPr marL="298450" marR="5080" indent="-285750">
              <a:lnSpc>
                <a:spcPct val="100000"/>
              </a:lnSpc>
              <a:spcBef>
                <a:spcPts val="100"/>
              </a:spcBef>
              <a:buFont typeface="Arial" panose="020B0604020202020204" pitchFamily="34" charset="0"/>
              <a:buChar char="•"/>
            </a:pPr>
            <a:r>
              <a:rPr sz="1800" b="1" dirty="0">
                <a:solidFill>
                  <a:srgbClr val="FF0066"/>
                </a:solidFill>
                <a:latin typeface="Arial"/>
                <a:cs typeface="Arial"/>
              </a:rPr>
              <a:t>BẢO</a:t>
            </a:r>
            <a:r>
              <a:rPr sz="1800" b="1" spc="20" dirty="0">
                <a:solidFill>
                  <a:srgbClr val="FF0066"/>
                </a:solidFill>
                <a:latin typeface="Arial"/>
                <a:cs typeface="Arial"/>
              </a:rPr>
              <a:t> </a:t>
            </a:r>
            <a:r>
              <a:rPr sz="1800" b="1" dirty="0">
                <a:solidFill>
                  <a:srgbClr val="FF0066"/>
                </a:solidFill>
                <a:latin typeface="Arial"/>
                <a:cs typeface="Arial"/>
              </a:rPr>
              <a:t>VỆ</a:t>
            </a:r>
            <a:r>
              <a:rPr sz="1800" b="1" spc="-25" dirty="0">
                <a:solidFill>
                  <a:srgbClr val="FF0066"/>
                </a:solidFill>
                <a:latin typeface="Arial"/>
                <a:cs typeface="Arial"/>
              </a:rPr>
              <a:t> </a:t>
            </a:r>
            <a:r>
              <a:rPr sz="1800" b="1" dirty="0">
                <a:solidFill>
                  <a:srgbClr val="FF0066"/>
                </a:solidFill>
                <a:latin typeface="Arial"/>
                <a:cs typeface="Arial"/>
              </a:rPr>
              <a:t>NHỮNG</a:t>
            </a:r>
            <a:r>
              <a:rPr sz="1800" b="1" spc="-25" dirty="0">
                <a:solidFill>
                  <a:srgbClr val="FF0066"/>
                </a:solidFill>
                <a:latin typeface="Arial"/>
                <a:cs typeface="Arial"/>
              </a:rPr>
              <a:t> </a:t>
            </a:r>
            <a:r>
              <a:rPr sz="1800" b="1" dirty="0">
                <a:solidFill>
                  <a:srgbClr val="FF0066"/>
                </a:solidFill>
                <a:latin typeface="Arial"/>
                <a:cs typeface="Arial"/>
              </a:rPr>
              <a:t>QUYỀN</a:t>
            </a:r>
            <a:r>
              <a:rPr sz="1800" b="1" spc="-35" dirty="0">
                <a:solidFill>
                  <a:srgbClr val="FF0066"/>
                </a:solidFill>
                <a:latin typeface="Arial"/>
                <a:cs typeface="Arial"/>
              </a:rPr>
              <a:t> </a:t>
            </a:r>
            <a:r>
              <a:rPr sz="1800" b="1" spc="-25" dirty="0">
                <a:solidFill>
                  <a:srgbClr val="FF0066"/>
                </a:solidFill>
                <a:latin typeface="Arial"/>
                <a:cs typeface="Arial"/>
              </a:rPr>
              <a:t>VÀ </a:t>
            </a:r>
            <a:r>
              <a:rPr sz="1800" b="1" dirty="0">
                <a:solidFill>
                  <a:srgbClr val="FF0066"/>
                </a:solidFill>
                <a:latin typeface="Arial"/>
                <a:cs typeface="Arial"/>
              </a:rPr>
              <a:t>LỢI</a:t>
            </a:r>
            <a:r>
              <a:rPr sz="1800" b="1" spc="-35" dirty="0">
                <a:solidFill>
                  <a:srgbClr val="FF0066"/>
                </a:solidFill>
                <a:latin typeface="Arial"/>
                <a:cs typeface="Arial"/>
              </a:rPr>
              <a:t> </a:t>
            </a:r>
            <a:r>
              <a:rPr sz="1800" b="1" dirty="0">
                <a:solidFill>
                  <a:srgbClr val="FF0066"/>
                </a:solidFill>
                <a:latin typeface="Arial"/>
                <a:cs typeface="Arial"/>
              </a:rPr>
              <a:t>ÍCH</a:t>
            </a:r>
            <a:r>
              <a:rPr sz="1800" b="1" spc="-25" dirty="0">
                <a:solidFill>
                  <a:srgbClr val="FF0066"/>
                </a:solidFill>
                <a:latin typeface="Arial"/>
                <a:cs typeface="Arial"/>
              </a:rPr>
              <a:t> </a:t>
            </a:r>
            <a:r>
              <a:rPr sz="1800" b="1" dirty="0">
                <a:solidFill>
                  <a:srgbClr val="FF0066"/>
                </a:solidFill>
                <a:latin typeface="Arial"/>
                <a:cs typeface="Arial"/>
              </a:rPr>
              <a:t>HỢP</a:t>
            </a:r>
            <a:r>
              <a:rPr sz="1800" b="1" spc="-50" dirty="0">
                <a:solidFill>
                  <a:srgbClr val="FF0066"/>
                </a:solidFill>
                <a:latin typeface="Arial"/>
                <a:cs typeface="Arial"/>
              </a:rPr>
              <a:t> </a:t>
            </a:r>
            <a:r>
              <a:rPr sz="1800" b="1" dirty="0">
                <a:solidFill>
                  <a:srgbClr val="FF0066"/>
                </a:solidFill>
                <a:latin typeface="Arial"/>
                <a:cs typeface="Arial"/>
              </a:rPr>
              <a:t>PHÁP</a:t>
            </a:r>
            <a:r>
              <a:rPr sz="1800" b="1" spc="-65" dirty="0">
                <a:solidFill>
                  <a:srgbClr val="FF0066"/>
                </a:solidFill>
                <a:latin typeface="Arial"/>
                <a:cs typeface="Arial"/>
              </a:rPr>
              <a:t> </a:t>
            </a:r>
            <a:r>
              <a:rPr sz="1800" b="1" spc="-25" dirty="0">
                <a:solidFill>
                  <a:srgbClr val="FF0066"/>
                </a:solidFill>
                <a:latin typeface="Arial"/>
                <a:cs typeface="Arial"/>
              </a:rPr>
              <a:t>CỦA </a:t>
            </a:r>
            <a:r>
              <a:rPr sz="1800" b="1" dirty="0">
                <a:solidFill>
                  <a:srgbClr val="FF0066"/>
                </a:solidFill>
                <a:latin typeface="Arial"/>
                <a:cs typeface="Arial"/>
              </a:rPr>
              <a:t>CÔNG </a:t>
            </a:r>
            <a:r>
              <a:rPr sz="1800" b="1" spc="-25" dirty="0">
                <a:solidFill>
                  <a:srgbClr val="FF0066"/>
                </a:solidFill>
                <a:latin typeface="Arial"/>
                <a:cs typeface="Arial"/>
              </a:rPr>
              <a:t>DÂN</a:t>
            </a:r>
            <a:endParaRPr sz="1800" dirty="0">
              <a:latin typeface="Arial"/>
              <a:cs typeface="Arial"/>
            </a:endParaRPr>
          </a:p>
        </p:txBody>
      </p:sp>
      <p:sp>
        <p:nvSpPr>
          <p:cNvPr id="13" name="object 23">
            <a:extLst>
              <a:ext uri="{FF2B5EF4-FFF2-40B4-BE49-F238E27FC236}">
                <a16:creationId xmlns:a16="http://schemas.microsoft.com/office/drawing/2014/main" id="{2D5907D5-F526-45F9-B486-82A468D5BB7C}"/>
              </a:ext>
            </a:extLst>
          </p:cNvPr>
          <p:cNvSpPr txBox="1"/>
          <p:nvPr/>
        </p:nvSpPr>
        <p:spPr>
          <a:xfrm>
            <a:off x="2971800" y="5087342"/>
            <a:ext cx="4572000" cy="566822"/>
          </a:xfrm>
          <a:prstGeom prst="rect">
            <a:avLst/>
          </a:prstGeom>
        </p:spPr>
        <p:txBody>
          <a:bodyPr vert="horz" wrap="square" lIns="0" tIns="12700" rIns="0" bIns="0" rtlCol="0">
            <a:spAutoFit/>
          </a:bodyPr>
          <a:lstStyle/>
          <a:p>
            <a:pPr marL="298450" marR="5080" indent="-285750">
              <a:lnSpc>
                <a:spcPct val="100000"/>
              </a:lnSpc>
              <a:spcBef>
                <a:spcPts val="100"/>
              </a:spcBef>
              <a:buFont typeface="Arial" panose="020B0604020202020204" pitchFamily="34" charset="0"/>
              <a:buChar char="•"/>
            </a:pPr>
            <a:r>
              <a:rPr sz="1800" b="1" dirty="0">
                <a:solidFill>
                  <a:schemeClr val="tx2">
                    <a:lumMod val="25000"/>
                  </a:schemeClr>
                </a:solidFill>
                <a:latin typeface="Arial"/>
                <a:cs typeface="Arial"/>
              </a:rPr>
              <a:t>TRẤN</a:t>
            </a:r>
            <a:r>
              <a:rPr sz="1800" b="1" spc="-5" dirty="0">
                <a:solidFill>
                  <a:schemeClr val="tx2">
                    <a:lumMod val="25000"/>
                  </a:schemeClr>
                </a:solidFill>
                <a:latin typeface="Arial"/>
                <a:cs typeface="Arial"/>
              </a:rPr>
              <a:t> </a:t>
            </a:r>
            <a:r>
              <a:rPr sz="1800" b="1" dirty="0">
                <a:solidFill>
                  <a:schemeClr val="tx2">
                    <a:lumMod val="25000"/>
                  </a:schemeClr>
                </a:solidFill>
                <a:latin typeface="Arial"/>
                <a:cs typeface="Arial"/>
              </a:rPr>
              <a:t>ÁP</a:t>
            </a:r>
            <a:r>
              <a:rPr sz="1800" b="1" spc="-70" dirty="0">
                <a:solidFill>
                  <a:schemeClr val="tx2">
                    <a:lumMod val="25000"/>
                  </a:schemeClr>
                </a:solidFill>
                <a:latin typeface="Arial"/>
                <a:cs typeface="Arial"/>
              </a:rPr>
              <a:t> </a:t>
            </a:r>
            <a:r>
              <a:rPr sz="1800" b="1" dirty="0">
                <a:solidFill>
                  <a:schemeClr val="tx2">
                    <a:lumMod val="25000"/>
                  </a:schemeClr>
                </a:solidFill>
                <a:latin typeface="Arial"/>
                <a:cs typeface="Arial"/>
              </a:rPr>
              <a:t>NHỮNG</a:t>
            </a:r>
            <a:r>
              <a:rPr sz="1800" b="1" spc="-40" dirty="0">
                <a:solidFill>
                  <a:schemeClr val="tx2">
                    <a:lumMod val="25000"/>
                  </a:schemeClr>
                </a:solidFill>
                <a:latin typeface="Arial"/>
                <a:cs typeface="Arial"/>
              </a:rPr>
              <a:t> </a:t>
            </a:r>
            <a:r>
              <a:rPr sz="1800" b="1" dirty="0">
                <a:solidFill>
                  <a:schemeClr val="tx2">
                    <a:lumMod val="25000"/>
                  </a:schemeClr>
                </a:solidFill>
                <a:latin typeface="Arial"/>
                <a:cs typeface="Arial"/>
              </a:rPr>
              <a:t>PHẦN</a:t>
            </a:r>
            <a:r>
              <a:rPr sz="1800" b="1" spc="10" dirty="0">
                <a:solidFill>
                  <a:schemeClr val="tx2">
                    <a:lumMod val="25000"/>
                  </a:schemeClr>
                </a:solidFill>
                <a:latin typeface="Arial"/>
                <a:cs typeface="Arial"/>
              </a:rPr>
              <a:t> </a:t>
            </a:r>
            <a:r>
              <a:rPr sz="1800" b="1" spc="-25" dirty="0">
                <a:solidFill>
                  <a:schemeClr val="tx2">
                    <a:lumMod val="25000"/>
                  </a:schemeClr>
                </a:solidFill>
                <a:latin typeface="Arial"/>
                <a:cs typeface="Arial"/>
              </a:rPr>
              <a:t>TỬ </a:t>
            </a:r>
            <a:r>
              <a:rPr sz="1800" b="1" dirty="0">
                <a:solidFill>
                  <a:schemeClr val="tx2">
                    <a:lumMod val="25000"/>
                  </a:schemeClr>
                </a:solidFill>
                <a:latin typeface="Arial"/>
                <a:cs typeface="Arial"/>
              </a:rPr>
              <a:t>CHỐNG</a:t>
            </a:r>
            <a:r>
              <a:rPr sz="1800" b="1" spc="-20" dirty="0">
                <a:solidFill>
                  <a:schemeClr val="tx2">
                    <a:lumMod val="25000"/>
                  </a:schemeClr>
                </a:solidFill>
                <a:latin typeface="Arial"/>
                <a:cs typeface="Arial"/>
              </a:rPr>
              <a:t> </a:t>
            </a:r>
            <a:r>
              <a:rPr sz="1800" b="1" dirty="0">
                <a:solidFill>
                  <a:schemeClr val="tx2">
                    <a:lumMod val="25000"/>
                  </a:schemeClr>
                </a:solidFill>
                <a:latin typeface="Arial"/>
                <a:cs typeface="Arial"/>
              </a:rPr>
              <a:t>ĐỐI</a:t>
            </a:r>
            <a:r>
              <a:rPr sz="1800" b="1" spc="-20" dirty="0">
                <a:solidFill>
                  <a:schemeClr val="tx2">
                    <a:lumMod val="25000"/>
                  </a:schemeClr>
                </a:solidFill>
                <a:latin typeface="Arial"/>
                <a:cs typeface="Arial"/>
              </a:rPr>
              <a:t> CHÍNH </a:t>
            </a:r>
            <a:r>
              <a:rPr sz="1800" b="1" spc="-10" dirty="0">
                <a:solidFill>
                  <a:schemeClr val="tx2">
                    <a:lumMod val="25000"/>
                  </a:schemeClr>
                </a:solidFill>
                <a:latin typeface="Arial"/>
                <a:cs typeface="Arial"/>
              </a:rPr>
              <a:t>QUYÊN…</a:t>
            </a:r>
            <a:endParaRPr sz="1800" dirty="0">
              <a:solidFill>
                <a:schemeClr val="tx2">
                  <a:lumMod val="25000"/>
                </a:schemeClr>
              </a:solidFill>
              <a:latin typeface="Arial"/>
              <a:cs typeface="Arial"/>
            </a:endParaRPr>
          </a:p>
        </p:txBody>
      </p:sp>
      <p:sp>
        <p:nvSpPr>
          <p:cNvPr id="14" name="Arrow: Striped Right 13">
            <a:extLst>
              <a:ext uri="{FF2B5EF4-FFF2-40B4-BE49-F238E27FC236}">
                <a16:creationId xmlns:a16="http://schemas.microsoft.com/office/drawing/2014/main" id="{7C611538-EF64-486C-975C-FD38BE2B1D7D}"/>
              </a:ext>
            </a:extLst>
          </p:cNvPr>
          <p:cNvSpPr/>
          <p:nvPr/>
        </p:nvSpPr>
        <p:spPr>
          <a:xfrm>
            <a:off x="1919853" y="3371476"/>
            <a:ext cx="914400" cy="1027189"/>
          </a:xfrm>
          <a:prstGeom prst="striped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5" name="Rectangle 2">
            <a:extLst>
              <a:ext uri="{FF2B5EF4-FFF2-40B4-BE49-F238E27FC236}">
                <a16:creationId xmlns:a16="http://schemas.microsoft.com/office/drawing/2014/main" id="{51FD6BC9-FBD7-4637-A15F-7F9B473C7848}"/>
              </a:ext>
            </a:extLst>
          </p:cNvPr>
          <p:cNvSpPr txBox="1">
            <a:spLocks noRot="1" noChangeArrowheads="1"/>
          </p:cNvSpPr>
          <p:nvPr/>
        </p:nvSpPr>
        <p:spPr bwMode="auto">
          <a:xfrm>
            <a:off x="304800" y="1203836"/>
            <a:ext cx="6858000" cy="511175"/>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dirty="0">
                <a:solidFill>
                  <a:srgbClr val="C00000"/>
                </a:solidFill>
                <a:latin typeface="Arial" panose="020B0604020202020204" pitchFamily="34" charset="0"/>
                <a:cs typeface="Arial" panose="020B0604020202020204" pitchFamily="34" charset="0"/>
              </a:rPr>
              <a:t>IV. CHỨC NĂNG CỦA </a:t>
            </a:r>
            <a:r>
              <a:rPr lang="en-US" altLang="en-US" sz="2400" b="1" kern="0" dirty="0">
                <a:solidFill>
                  <a:srgbClr val="C00000"/>
                </a:solidFill>
                <a:latin typeface="Arial" panose="020B0604020202020204" pitchFamily="34" charset="0"/>
                <a:cs typeface="Arial" panose="020B0604020202020204" pitchFamily="34" charset="0"/>
              </a:rPr>
              <a:t>NHÀ NƯỚC</a:t>
            </a:r>
          </a:p>
        </p:txBody>
      </p:sp>
    </p:spTree>
    <p:extLst>
      <p:ext uri="{BB962C8B-B14F-4D97-AF65-F5344CB8AC3E}">
        <p14:creationId xmlns:p14="http://schemas.microsoft.com/office/powerpoint/2010/main" val="2588073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2" name="Rectangle: Rounded Corners 1">
            <a:extLst>
              <a:ext uri="{FF2B5EF4-FFF2-40B4-BE49-F238E27FC236}">
                <a16:creationId xmlns:a16="http://schemas.microsoft.com/office/drawing/2014/main" id="{421929F3-16A4-418A-91B3-2F2F84A8ADF3}"/>
              </a:ext>
            </a:extLst>
          </p:cNvPr>
          <p:cNvSpPr/>
          <p:nvPr/>
        </p:nvSpPr>
        <p:spPr>
          <a:xfrm>
            <a:off x="762000" y="2438400"/>
            <a:ext cx="1219200" cy="316917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CHỨC NĂNG ĐỐI NGOẠI</a:t>
            </a:r>
          </a:p>
        </p:txBody>
      </p:sp>
      <p:sp>
        <p:nvSpPr>
          <p:cNvPr id="9" name="object 21">
            <a:extLst>
              <a:ext uri="{FF2B5EF4-FFF2-40B4-BE49-F238E27FC236}">
                <a16:creationId xmlns:a16="http://schemas.microsoft.com/office/drawing/2014/main" id="{BD50E579-2822-48B8-A507-CD313CF04CB9}"/>
              </a:ext>
            </a:extLst>
          </p:cNvPr>
          <p:cNvSpPr txBox="1"/>
          <p:nvPr/>
        </p:nvSpPr>
        <p:spPr>
          <a:xfrm>
            <a:off x="3352800" y="3574066"/>
            <a:ext cx="4572000" cy="574675"/>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r>
              <a:rPr lang="en-US" sz="1800" b="1" dirty="0">
                <a:solidFill>
                  <a:srgbClr val="CC9900"/>
                </a:solidFill>
                <a:latin typeface="Arial"/>
                <a:cs typeface="Arial"/>
              </a:rPr>
              <a:t>GIA NHẬP VÀO CÁC TỔ CHỨC QUỐC TẾ VÀ KHU VỰC</a:t>
            </a:r>
          </a:p>
        </p:txBody>
      </p:sp>
      <p:sp>
        <p:nvSpPr>
          <p:cNvPr id="10" name="object 21">
            <a:extLst>
              <a:ext uri="{FF2B5EF4-FFF2-40B4-BE49-F238E27FC236}">
                <a16:creationId xmlns:a16="http://schemas.microsoft.com/office/drawing/2014/main" id="{CCCBB546-5D36-4063-BB4B-2A6888009258}"/>
              </a:ext>
            </a:extLst>
          </p:cNvPr>
          <p:cNvSpPr txBox="1"/>
          <p:nvPr/>
        </p:nvSpPr>
        <p:spPr>
          <a:xfrm>
            <a:off x="3352800" y="2644787"/>
            <a:ext cx="4572000" cy="566822"/>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r>
              <a:rPr lang="en-US" sz="1800" b="1" dirty="0">
                <a:solidFill>
                  <a:srgbClr val="0033CC"/>
                </a:solidFill>
                <a:latin typeface="Arial"/>
                <a:cs typeface="Arial"/>
              </a:rPr>
              <a:t>THIẾT LẬP MỐI QUAN HỆ BANG GIAO VỚI CÁC QUỐC GIA KHÁC</a:t>
            </a:r>
          </a:p>
        </p:txBody>
      </p:sp>
      <p:sp>
        <p:nvSpPr>
          <p:cNvPr id="13" name="object 23">
            <a:extLst>
              <a:ext uri="{FF2B5EF4-FFF2-40B4-BE49-F238E27FC236}">
                <a16:creationId xmlns:a16="http://schemas.microsoft.com/office/drawing/2014/main" id="{2D5907D5-F526-45F9-B486-82A468D5BB7C}"/>
              </a:ext>
            </a:extLst>
          </p:cNvPr>
          <p:cNvSpPr txBox="1"/>
          <p:nvPr/>
        </p:nvSpPr>
        <p:spPr>
          <a:xfrm>
            <a:off x="3364424" y="4525405"/>
            <a:ext cx="4572000" cy="566822"/>
          </a:xfrm>
          <a:prstGeom prst="rect">
            <a:avLst/>
          </a:prstGeom>
        </p:spPr>
        <p:txBody>
          <a:bodyPr vert="horz" wrap="square" lIns="0" tIns="12700" rIns="0" bIns="0" rtlCol="0">
            <a:spAutoFit/>
          </a:bodyPr>
          <a:lstStyle/>
          <a:p>
            <a:pPr marL="298450" marR="5080" indent="-285750">
              <a:lnSpc>
                <a:spcPct val="100000"/>
              </a:lnSpc>
              <a:spcBef>
                <a:spcPts val="100"/>
              </a:spcBef>
              <a:buFont typeface="Arial" panose="020B0604020202020204" pitchFamily="34" charset="0"/>
              <a:buChar char="•"/>
            </a:pPr>
            <a:r>
              <a:rPr lang="vi-VN" sz="1800" b="1" dirty="0">
                <a:solidFill>
                  <a:schemeClr val="tx2">
                    <a:lumMod val="25000"/>
                  </a:schemeClr>
                </a:solidFill>
                <a:latin typeface="Arial"/>
                <a:cs typeface="Arial"/>
              </a:rPr>
              <a:t>PHÒNG THỦ ĐẤT NƯỚC CHỐNG GIẶC NGOẠI XÂM…</a:t>
            </a:r>
          </a:p>
        </p:txBody>
      </p:sp>
      <p:sp>
        <p:nvSpPr>
          <p:cNvPr id="3" name="Arrow: Striped Right 2">
            <a:extLst>
              <a:ext uri="{FF2B5EF4-FFF2-40B4-BE49-F238E27FC236}">
                <a16:creationId xmlns:a16="http://schemas.microsoft.com/office/drawing/2014/main" id="{02BE94C6-668D-4F53-ABA9-721CBBBD60B6}"/>
              </a:ext>
            </a:extLst>
          </p:cNvPr>
          <p:cNvSpPr/>
          <p:nvPr/>
        </p:nvSpPr>
        <p:spPr>
          <a:xfrm>
            <a:off x="2209800" y="3347808"/>
            <a:ext cx="914400" cy="1027189"/>
          </a:xfrm>
          <a:prstGeom prst="striped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2" name="Rectangle 2">
            <a:extLst>
              <a:ext uri="{FF2B5EF4-FFF2-40B4-BE49-F238E27FC236}">
                <a16:creationId xmlns:a16="http://schemas.microsoft.com/office/drawing/2014/main" id="{9750A405-8595-49E0-B210-F36CAAF0186B}"/>
              </a:ext>
            </a:extLst>
          </p:cNvPr>
          <p:cNvSpPr txBox="1">
            <a:spLocks noRot="1" noChangeArrowheads="1"/>
          </p:cNvSpPr>
          <p:nvPr/>
        </p:nvSpPr>
        <p:spPr bwMode="auto">
          <a:xfrm>
            <a:off x="304800" y="1170413"/>
            <a:ext cx="6858000" cy="511175"/>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dirty="0">
                <a:solidFill>
                  <a:srgbClr val="C00000"/>
                </a:solidFill>
                <a:latin typeface="Arial" panose="020B0604020202020204" pitchFamily="34" charset="0"/>
                <a:cs typeface="Arial" panose="020B0604020202020204" pitchFamily="34" charset="0"/>
              </a:rPr>
              <a:t>IV. CHỨC NĂNG CỦA </a:t>
            </a:r>
            <a:r>
              <a:rPr lang="en-US" altLang="en-US" sz="2400" b="1" kern="0" dirty="0">
                <a:solidFill>
                  <a:srgbClr val="C00000"/>
                </a:solidFill>
                <a:latin typeface="Arial" panose="020B0604020202020204" pitchFamily="34" charset="0"/>
                <a:cs typeface="Arial" panose="020B0604020202020204" pitchFamily="34" charset="0"/>
              </a:rPr>
              <a:t>NHÀ NƯỚC</a:t>
            </a:r>
          </a:p>
        </p:txBody>
      </p:sp>
    </p:spTree>
    <p:extLst>
      <p:ext uri="{BB962C8B-B14F-4D97-AF65-F5344CB8AC3E}">
        <p14:creationId xmlns:p14="http://schemas.microsoft.com/office/powerpoint/2010/main" val="2332765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12" name="Rectangle 2">
            <a:extLst>
              <a:ext uri="{FF2B5EF4-FFF2-40B4-BE49-F238E27FC236}">
                <a16:creationId xmlns:a16="http://schemas.microsoft.com/office/drawing/2014/main" id="{1B387755-975F-4A16-9745-78EFD5323D23}"/>
              </a:ext>
            </a:extLst>
          </p:cNvPr>
          <p:cNvSpPr>
            <a:spLocks noGrp="1" noRot="1" noChangeArrowheads="1"/>
          </p:cNvSpPr>
          <p:nvPr>
            <p:ph type="title"/>
          </p:nvPr>
        </p:nvSpPr>
        <p:spPr>
          <a:xfrm>
            <a:off x="244642" y="914401"/>
            <a:ext cx="7772400" cy="863601"/>
          </a:xfrm>
        </p:spPr>
        <p:txBody>
          <a:bodyPr/>
          <a:lstStyle/>
          <a:p>
            <a:pPr eaLnBrk="1" hangingPunct="1"/>
            <a:r>
              <a:rPr lang="vi-VN" altLang="en-US" sz="2400" b="1" dirty="0">
                <a:solidFill>
                  <a:srgbClr val="C00000"/>
                </a:solidFill>
                <a:latin typeface="Arial" panose="020B0604020202020204" pitchFamily="34" charset="0"/>
                <a:cs typeface="Arial" panose="020B0604020202020204" pitchFamily="34" charset="0"/>
              </a:rPr>
              <a:t>V. KIỂU </a:t>
            </a:r>
            <a:r>
              <a:rPr lang="en-US" altLang="en-US" sz="2400" b="1" dirty="0">
                <a:solidFill>
                  <a:srgbClr val="C00000"/>
                </a:solidFill>
                <a:latin typeface="Arial" panose="020B0604020202020204" pitchFamily="34" charset="0"/>
                <a:cs typeface="Arial" panose="020B0604020202020204" pitchFamily="34" charset="0"/>
              </a:rPr>
              <a:t>NHÀ NƯỚC </a:t>
            </a:r>
            <a:r>
              <a:rPr lang="vi-VN" altLang="en-US" sz="2400" b="1" dirty="0">
                <a:solidFill>
                  <a:srgbClr val="C00000"/>
                </a:solidFill>
                <a:latin typeface="Arial" panose="020B0604020202020204" pitchFamily="34" charset="0"/>
                <a:cs typeface="Arial" panose="020B0604020202020204" pitchFamily="34" charset="0"/>
              </a:rPr>
              <a:t>VÀ HÌNH THỨC </a:t>
            </a:r>
            <a:r>
              <a:rPr lang="en-US" altLang="en-US" sz="2400" b="1" dirty="0">
                <a:solidFill>
                  <a:srgbClr val="C00000"/>
                </a:solidFill>
                <a:latin typeface="Arial" panose="020B0604020202020204" pitchFamily="34" charset="0"/>
                <a:cs typeface="Arial" panose="020B0604020202020204" pitchFamily="34" charset="0"/>
              </a:rPr>
              <a:t>NHÀ NƯỚC</a:t>
            </a:r>
          </a:p>
        </p:txBody>
      </p:sp>
      <p:sp>
        <p:nvSpPr>
          <p:cNvPr id="10" name="TextBox 9">
            <a:extLst>
              <a:ext uri="{FF2B5EF4-FFF2-40B4-BE49-F238E27FC236}">
                <a16:creationId xmlns:a16="http://schemas.microsoft.com/office/drawing/2014/main" id="{EC94CECD-CA63-48F6-A4C2-E91A05803F30}"/>
              </a:ext>
            </a:extLst>
          </p:cNvPr>
          <p:cNvSpPr txBox="1"/>
          <p:nvPr/>
        </p:nvSpPr>
        <p:spPr>
          <a:xfrm>
            <a:off x="2895600" y="2133599"/>
            <a:ext cx="2819400" cy="461665"/>
          </a:xfrm>
          <a:prstGeom prst="rect">
            <a:avLst/>
          </a:prstGeom>
          <a:noFill/>
        </p:spPr>
        <p:txBody>
          <a:bodyPr wrap="square">
            <a:spAutoFit/>
          </a:bodyPr>
          <a:lstStyle/>
          <a:p>
            <a:r>
              <a:rPr lang="vi-VN" altLang="en-US" sz="2400" b="1" dirty="0">
                <a:solidFill>
                  <a:srgbClr val="CC00FF"/>
                </a:solidFill>
                <a:latin typeface="Times New Roman" panose="02020603050405020304" pitchFamily="18" charset="0"/>
                <a:cs typeface="Times New Roman" panose="02020603050405020304" pitchFamily="18" charset="0"/>
              </a:rPr>
              <a:t>KIỂU </a:t>
            </a:r>
            <a:r>
              <a:rPr lang="en-US" altLang="en-US" sz="2400" b="1" dirty="0">
                <a:solidFill>
                  <a:srgbClr val="CC00FF"/>
                </a:solidFill>
                <a:latin typeface="Times New Roman" panose="02020603050405020304" pitchFamily="18" charset="0"/>
                <a:cs typeface="Times New Roman" panose="02020603050405020304" pitchFamily="18" charset="0"/>
              </a:rPr>
              <a:t>NHÀ NƯỚC </a:t>
            </a:r>
            <a:endParaRPr lang="en-US" sz="2400" dirty="0">
              <a:solidFill>
                <a:srgbClr val="CC00FF"/>
              </a:solidFill>
              <a:latin typeface="Times New Roman" panose="02020603050405020304" pitchFamily="18" charset="0"/>
              <a:cs typeface="Times New Roman" panose="02020603050405020304" pitchFamily="18" charset="0"/>
            </a:endParaRPr>
          </a:p>
        </p:txBody>
      </p:sp>
      <p:sp>
        <p:nvSpPr>
          <p:cNvPr id="3" name="Cloud 2">
            <a:extLst>
              <a:ext uri="{FF2B5EF4-FFF2-40B4-BE49-F238E27FC236}">
                <a16:creationId xmlns:a16="http://schemas.microsoft.com/office/drawing/2014/main" id="{1F22BF1D-A8D6-4C7B-8ABD-CFC3974A0183}"/>
              </a:ext>
            </a:extLst>
          </p:cNvPr>
          <p:cNvSpPr/>
          <p:nvPr/>
        </p:nvSpPr>
        <p:spPr>
          <a:xfrm>
            <a:off x="609600" y="2815926"/>
            <a:ext cx="7391400" cy="3127673"/>
          </a:xfrm>
          <a:prstGeom prst="cloud">
            <a:avLst/>
          </a:prstGeom>
          <a:solidFill>
            <a:srgbClr val="FFCC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400" dirty="0">
                <a:solidFill>
                  <a:schemeClr val="tx1"/>
                </a:solidFill>
              </a:rPr>
              <a:t>Là tổng thể các dấu hiệu cơ bản, đặc thù của NN thể hiện bản chất giai cấp và những điều kiện tồn tại phát triển của nhà nước trong một hình thái kinh tế - xã hội nhất</a:t>
            </a:r>
          </a:p>
          <a:p>
            <a:pPr algn="ctr"/>
            <a:r>
              <a:rPr lang="vi-VN" sz="2400" dirty="0">
                <a:solidFill>
                  <a:schemeClr val="tx1"/>
                </a:solidFill>
              </a:rPr>
              <a:t>định</a:t>
            </a:r>
          </a:p>
        </p:txBody>
      </p:sp>
    </p:spTree>
    <p:extLst>
      <p:ext uri="{BB962C8B-B14F-4D97-AF65-F5344CB8AC3E}">
        <p14:creationId xmlns:p14="http://schemas.microsoft.com/office/powerpoint/2010/main" val="2411880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076DBEC5-DF06-4EDA-8751-D9913658E250}"/>
              </a:ext>
            </a:extLst>
          </p:cNvPr>
          <p:cNvSpPr/>
          <p:nvPr/>
        </p:nvSpPr>
        <p:spPr>
          <a:xfrm>
            <a:off x="1752600" y="2362200"/>
            <a:ext cx="5410200" cy="3962400"/>
          </a:xfrm>
          <a:prstGeom prst="roundRect">
            <a:avLst/>
          </a:prstGeom>
          <a:solidFill>
            <a:schemeClr val="accent6">
              <a:lumMod val="75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15" name="Rectangle 3">
            <a:extLst>
              <a:ext uri="{FF2B5EF4-FFF2-40B4-BE49-F238E27FC236}">
                <a16:creationId xmlns:a16="http://schemas.microsoft.com/office/drawing/2014/main" id="{4DACAA71-7ECC-4EA3-BF17-A7CEA4D8557F}"/>
              </a:ext>
            </a:extLst>
          </p:cNvPr>
          <p:cNvSpPr txBox="1">
            <a:spLocks noRot="1" noChangeArrowheads="1"/>
          </p:cNvSpPr>
          <p:nvPr/>
        </p:nvSpPr>
        <p:spPr bwMode="auto">
          <a:xfrm>
            <a:off x="339725" y="2582862"/>
            <a:ext cx="800735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defTabSz="45720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defTabSz="4572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defTabSz="4572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defTabSz="4572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buFont typeface="Wingdings" panose="05000000000000000000" pitchFamily="2" charset="2"/>
              <a:buNone/>
            </a:pPr>
            <a:r>
              <a:rPr lang="en-US" altLang="en-US" sz="2400" b="1" dirty="0" err="1">
                <a:solidFill>
                  <a:srgbClr val="FFFF00"/>
                </a:solidFill>
                <a:latin typeface="Arial" panose="020B0604020202020204" pitchFamily="34" charset="0"/>
                <a:cs typeface="Arial" panose="020B0604020202020204" pitchFamily="34" charset="0"/>
              </a:rPr>
              <a:t>Kiểu</a:t>
            </a:r>
            <a:r>
              <a:rPr lang="en-US" altLang="en-US" sz="2400" b="1" dirty="0">
                <a:solidFill>
                  <a:srgbClr val="FFFF00"/>
                </a:solidFill>
                <a:latin typeface="Arial" panose="020B0604020202020204" pitchFamily="34" charset="0"/>
                <a:cs typeface="Arial" panose="020B0604020202020204" pitchFamily="34" charset="0"/>
              </a:rPr>
              <a:t> NN </a:t>
            </a:r>
            <a:r>
              <a:rPr lang="en-US" altLang="en-US" sz="2400" b="1" dirty="0" err="1">
                <a:solidFill>
                  <a:srgbClr val="FFFF00"/>
                </a:solidFill>
                <a:latin typeface="Arial" panose="020B0604020202020204" pitchFamily="34" charset="0"/>
                <a:cs typeface="Arial" panose="020B0604020202020204" pitchFamily="34" charset="0"/>
              </a:rPr>
              <a:t>chủ</a:t>
            </a:r>
            <a:r>
              <a:rPr lang="en-US" altLang="en-US" sz="2400" b="1" dirty="0">
                <a:solidFill>
                  <a:srgbClr val="FFFF00"/>
                </a:solidFill>
                <a:latin typeface="Arial" panose="020B0604020202020204" pitchFamily="34" charset="0"/>
                <a:cs typeface="Arial" panose="020B0604020202020204" pitchFamily="34" charset="0"/>
              </a:rPr>
              <a:t> </a:t>
            </a:r>
            <a:r>
              <a:rPr lang="en-US" altLang="en-US" sz="2400" b="1" dirty="0" err="1">
                <a:solidFill>
                  <a:srgbClr val="FFFF00"/>
                </a:solidFill>
                <a:latin typeface="Arial" panose="020B0604020202020204" pitchFamily="34" charset="0"/>
                <a:cs typeface="Arial" panose="020B0604020202020204" pitchFamily="34" charset="0"/>
              </a:rPr>
              <a:t>nô</a:t>
            </a:r>
            <a:endParaRPr lang="en-US" altLang="en-US" sz="2400" b="1" dirty="0">
              <a:solidFill>
                <a:srgbClr val="FFFF00"/>
              </a:solidFill>
              <a:latin typeface="Arial" panose="020B0604020202020204" pitchFamily="34" charset="0"/>
              <a:cs typeface="Arial" panose="020B0604020202020204" pitchFamily="34" charset="0"/>
            </a:endParaRPr>
          </a:p>
          <a:p>
            <a:pPr algn="ctr" eaLnBrk="1" hangingPunct="1">
              <a:buFont typeface="Wingdings" panose="05000000000000000000" pitchFamily="2" charset="2"/>
              <a:buNone/>
            </a:pPr>
            <a:endParaRPr lang="en-US" altLang="en-US" sz="2400" b="1" dirty="0">
              <a:latin typeface="Arial" panose="020B0604020202020204" pitchFamily="34" charset="0"/>
              <a:cs typeface="Arial" panose="020B0604020202020204" pitchFamily="34" charset="0"/>
            </a:endParaRPr>
          </a:p>
          <a:p>
            <a:pPr algn="ctr" eaLnBrk="1" hangingPunct="1">
              <a:buFont typeface="Wingdings" panose="05000000000000000000" pitchFamily="2" charset="2"/>
              <a:buNone/>
            </a:pPr>
            <a:r>
              <a:rPr lang="en-US" altLang="en-US" sz="2400" b="1" dirty="0" err="1">
                <a:solidFill>
                  <a:srgbClr val="000099"/>
                </a:solidFill>
                <a:latin typeface="Arial" panose="020B0604020202020204" pitchFamily="34" charset="0"/>
                <a:cs typeface="Arial" panose="020B0604020202020204" pitchFamily="34" charset="0"/>
              </a:rPr>
              <a:t>Kiểu</a:t>
            </a:r>
            <a:r>
              <a:rPr lang="en-US" altLang="en-US" sz="2400" b="1" dirty="0">
                <a:solidFill>
                  <a:srgbClr val="000099"/>
                </a:solidFill>
                <a:latin typeface="Arial" panose="020B0604020202020204" pitchFamily="34" charset="0"/>
                <a:cs typeface="Arial" panose="020B0604020202020204" pitchFamily="34" charset="0"/>
              </a:rPr>
              <a:t> NN </a:t>
            </a:r>
            <a:r>
              <a:rPr lang="en-US" altLang="en-US" sz="2400" b="1" dirty="0" err="1">
                <a:solidFill>
                  <a:srgbClr val="000099"/>
                </a:solidFill>
                <a:latin typeface="Arial" panose="020B0604020202020204" pitchFamily="34" charset="0"/>
                <a:cs typeface="Arial" panose="020B0604020202020204" pitchFamily="34" charset="0"/>
              </a:rPr>
              <a:t>phong</a:t>
            </a:r>
            <a:r>
              <a:rPr lang="en-US" altLang="en-US" sz="2400" b="1" dirty="0">
                <a:solidFill>
                  <a:srgbClr val="000099"/>
                </a:solidFill>
                <a:latin typeface="Arial" panose="020B0604020202020204" pitchFamily="34" charset="0"/>
                <a:cs typeface="Arial" panose="020B0604020202020204" pitchFamily="34" charset="0"/>
              </a:rPr>
              <a:t> </a:t>
            </a:r>
            <a:r>
              <a:rPr lang="en-US" altLang="en-US" sz="2400" b="1" dirty="0" err="1">
                <a:solidFill>
                  <a:srgbClr val="000099"/>
                </a:solidFill>
                <a:latin typeface="Arial" panose="020B0604020202020204" pitchFamily="34" charset="0"/>
                <a:cs typeface="Arial" panose="020B0604020202020204" pitchFamily="34" charset="0"/>
              </a:rPr>
              <a:t>kiến</a:t>
            </a:r>
            <a:endParaRPr lang="en-US" altLang="en-US" sz="2400" b="1" dirty="0">
              <a:solidFill>
                <a:srgbClr val="000099"/>
              </a:solidFill>
              <a:latin typeface="Arial" panose="020B0604020202020204" pitchFamily="34" charset="0"/>
              <a:cs typeface="Arial" panose="020B0604020202020204" pitchFamily="34" charset="0"/>
            </a:endParaRPr>
          </a:p>
          <a:p>
            <a:pPr algn="ctr" eaLnBrk="1" hangingPunct="1">
              <a:buFont typeface="Wingdings" panose="05000000000000000000" pitchFamily="2" charset="2"/>
              <a:buNone/>
            </a:pPr>
            <a:endParaRPr lang="en-US" altLang="en-US" sz="2400" b="1" i="1" dirty="0">
              <a:latin typeface="Arial" panose="020B0604020202020204" pitchFamily="34" charset="0"/>
              <a:cs typeface="Arial" panose="020B0604020202020204" pitchFamily="34" charset="0"/>
            </a:endParaRPr>
          </a:p>
          <a:p>
            <a:pPr algn="ctr" eaLnBrk="1" hangingPunct="1">
              <a:buFont typeface="Wingdings" panose="05000000000000000000" pitchFamily="2" charset="2"/>
              <a:buNone/>
            </a:pPr>
            <a:r>
              <a:rPr lang="en-US" altLang="en-US" sz="2400" b="1" dirty="0" err="1">
                <a:solidFill>
                  <a:srgbClr val="CC00FF"/>
                </a:solidFill>
                <a:latin typeface="Arial" panose="020B0604020202020204" pitchFamily="34" charset="0"/>
                <a:cs typeface="Arial" panose="020B0604020202020204" pitchFamily="34" charset="0"/>
              </a:rPr>
              <a:t>Kiểu</a:t>
            </a:r>
            <a:r>
              <a:rPr lang="en-US" altLang="en-US" sz="2400" b="1" dirty="0">
                <a:solidFill>
                  <a:srgbClr val="CC00FF"/>
                </a:solidFill>
                <a:latin typeface="Arial" panose="020B0604020202020204" pitchFamily="34" charset="0"/>
                <a:cs typeface="Arial" panose="020B0604020202020204" pitchFamily="34" charset="0"/>
              </a:rPr>
              <a:t> NN </a:t>
            </a:r>
            <a:r>
              <a:rPr lang="en-US" altLang="en-US" sz="2400" b="1" dirty="0" err="1">
                <a:solidFill>
                  <a:srgbClr val="CC00FF"/>
                </a:solidFill>
                <a:latin typeface="Arial" panose="020B0604020202020204" pitchFamily="34" charset="0"/>
                <a:cs typeface="Arial" panose="020B0604020202020204" pitchFamily="34" charset="0"/>
              </a:rPr>
              <a:t>tư</a:t>
            </a:r>
            <a:r>
              <a:rPr lang="en-US" altLang="en-US" sz="2400" b="1" dirty="0">
                <a:solidFill>
                  <a:srgbClr val="CC00FF"/>
                </a:solidFill>
                <a:latin typeface="Arial" panose="020B0604020202020204" pitchFamily="34" charset="0"/>
                <a:cs typeface="Arial" panose="020B0604020202020204" pitchFamily="34" charset="0"/>
              </a:rPr>
              <a:t> </a:t>
            </a:r>
            <a:r>
              <a:rPr lang="en-US" altLang="en-US" sz="2400" b="1" dirty="0" err="1">
                <a:solidFill>
                  <a:srgbClr val="CC00FF"/>
                </a:solidFill>
                <a:latin typeface="Arial" panose="020B0604020202020204" pitchFamily="34" charset="0"/>
                <a:cs typeface="Arial" panose="020B0604020202020204" pitchFamily="34" charset="0"/>
              </a:rPr>
              <a:t>sản</a:t>
            </a:r>
            <a:endParaRPr lang="en-US" altLang="en-US" sz="2400" b="1" dirty="0">
              <a:solidFill>
                <a:srgbClr val="CC00FF"/>
              </a:solidFill>
              <a:latin typeface="Arial" panose="020B0604020202020204" pitchFamily="34" charset="0"/>
              <a:cs typeface="Arial" panose="020B0604020202020204" pitchFamily="34" charset="0"/>
            </a:endParaRPr>
          </a:p>
          <a:p>
            <a:pPr algn="ctr" eaLnBrk="1" hangingPunct="1">
              <a:buFont typeface="Wingdings" panose="05000000000000000000" pitchFamily="2" charset="2"/>
              <a:buNone/>
            </a:pPr>
            <a:endParaRPr lang="en-US" altLang="en-US" sz="2400" b="1" i="1" dirty="0">
              <a:latin typeface="Arial" panose="020B0604020202020204" pitchFamily="34" charset="0"/>
              <a:cs typeface="Arial" panose="020B0604020202020204" pitchFamily="34" charset="0"/>
            </a:endParaRPr>
          </a:p>
          <a:p>
            <a:pPr algn="ctr" eaLnBrk="1" hangingPunct="1">
              <a:buFont typeface="Wingdings" panose="05000000000000000000" pitchFamily="2" charset="2"/>
              <a:buNone/>
            </a:pPr>
            <a:r>
              <a:rPr lang="en-US" altLang="en-US" sz="2400" b="1" dirty="0" err="1">
                <a:solidFill>
                  <a:srgbClr val="00B050"/>
                </a:solidFill>
                <a:latin typeface="Arial" panose="020B0604020202020204" pitchFamily="34" charset="0"/>
                <a:cs typeface="Arial" panose="020B0604020202020204" pitchFamily="34" charset="0"/>
              </a:rPr>
              <a:t>Kiểu</a:t>
            </a:r>
            <a:r>
              <a:rPr lang="en-US" altLang="en-US" sz="2400" b="1" dirty="0">
                <a:solidFill>
                  <a:srgbClr val="00B050"/>
                </a:solidFill>
                <a:latin typeface="Arial" panose="020B0604020202020204" pitchFamily="34" charset="0"/>
                <a:cs typeface="Arial" panose="020B0604020202020204" pitchFamily="34" charset="0"/>
              </a:rPr>
              <a:t> NN </a:t>
            </a:r>
            <a:r>
              <a:rPr lang="en-US" altLang="en-US" sz="2400" b="1" dirty="0" err="1">
                <a:solidFill>
                  <a:srgbClr val="00B050"/>
                </a:solidFill>
                <a:latin typeface="Arial" panose="020B0604020202020204" pitchFamily="34" charset="0"/>
                <a:cs typeface="Arial" panose="020B0604020202020204" pitchFamily="34" charset="0"/>
              </a:rPr>
              <a:t>xã</a:t>
            </a:r>
            <a:r>
              <a:rPr lang="en-US" altLang="en-US" sz="2400" b="1" dirty="0">
                <a:solidFill>
                  <a:srgbClr val="00B050"/>
                </a:solidFill>
                <a:latin typeface="Arial" panose="020B0604020202020204" pitchFamily="34" charset="0"/>
                <a:cs typeface="Arial" panose="020B0604020202020204" pitchFamily="34" charset="0"/>
              </a:rPr>
              <a:t> </a:t>
            </a:r>
            <a:r>
              <a:rPr lang="en-US" altLang="en-US" sz="2400" b="1" dirty="0" err="1">
                <a:solidFill>
                  <a:srgbClr val="00B050"/>
                </a:solidFill>
                <a:latin typeface="Arial" panose="020B0604020202020204" pitchFamily="34" charset="0"/>
                <a:cs typeface="Arial" panose="020B0604020202020204" pitchFamily="34" charset="0"/>
              </a:rPr>
              <a:t>hội</a:t>
            </a:r>
            <a:r>
              <a:rPr lang="en-US" altLang="en-US" sz="2400" b="1" dirty="0">
                <a:solidFill>
                  <a:srgbClr val="00B050"/>
                </a:solidFill>
                <a:latin typeface="Arial" panose="020B0604020202020204" pitchFamily="34" charset="0"/>
                <a:cs typeface="Arial" panose="020B0604020202020204" pitchFamily="34" charset="0"/>
              </a:rPr>
              <a:t> </a:t>
            </a:r>
            <a:r>
              <a:rPr lang="en-US" altLang="en-US" sz="2400" b="1" dirty="0" err="1">
                <a:solidFill>
                  <a:srgbClr val="00B050"/>
                </a:solidFill>
                <a:latin typeface="Arial" panose="020B0604020202020204" pitchFamily="34" charset="0"/>
                <a:cs typeface="Arial" panose="020B0604020202020204" pitchFamily="34" charset="0"/>
              </a:rPr>
              <a:t>chủ</a:t>
            </a:r>
            <a:r>
              <a:rPr lang="en-US" altLang="en-US" sz="2400" b="1" dirty="0">
                <a:solidFill>
                  <a:srgbClr val="00B050"/>
                </a:solidFill>
                <a:latin typeface="Arial" panose="020B0604020202020204" pitchFamily="34" charset="0"/>
                <a:cs typeface="Arial" panose="020B0604020202020204" pitchFamily="34" charset="0"/>
              </a:rPr>
              <a:t> </a:t>
            </a:r>
            <a:r>
              <a:rPr lang="en-US" altLang="en-US" sz="2400" b="1" dirty="0" err="1">
                <a:solidFill>
                  <a:srgbClr val="00B050"/>
                </a:solidFill>
                <a:latin typeface="Arial" panose="020B0604020202020204" pitchFamily="34" charset="0"/>
                <a:cs typeface="Arial" panose="020B0604020202020204" pitchFamily="34" charset="0"/>
              </a:rPr>
              <a:t>nghĩa</a:t>
            </a:r>
            <a:endParaRPr lang="en-US" altLang="en-US" sz="2400" b="1" dirty="0">
              <a:solidFill>
                <a:srgbClr val="00B050"/>
              </a:solidFill>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C47B234D-0864-4275-AEAC-DD4A89647C65}"/>
              </a:ext>
            </a:extLst>
          </p:cNvPr>
          <p:cNvCxnSpPr/>
          <p:nvPr/>
        </p:nvCxnSpPr>
        <p:spPr>
          <a:xfrm>
            <a:off x="4343400" y="2971800"/>
            <a:ext cx="0" cy="457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6630D573-4037-41E5-9669-EDA1D76B023A}"/>
              </a:ext>
            </a:extLst>
          </p:cNvPr>
          <p:cNvCxnSpPr/>
          <p:nvPr/>
        </p:nvCxnSpPr>
        <p:spPr>
          <a:xfrm>
            <a:off x="4343400" y="5029200"/>
            <a:ext cx="0" cy="457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675B6343-74A4-4F50-A7F8-77322DC8618A}"/>
              </a:ext>
            </a:extLst>
          </p:cNvPr>
          <p:cNvCxnSpPr/>
          <p:nvPr/>
        </p:nvCxnSpPr>
        <p:spPr>
          <a:xfrm>
            <a:off x="4343400" y="3962400"/>
            <a:ext cx="0" cy="457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2">
            <a:extLst>
              <a:ext uri="{FF2B5EF4-FFF2-40B4-BE49-F238E27FC236}">
                <a16:creationId xmlns:a16="http://schemas.microsoft.com/office/drawing/2014/main" id="{08C10134-D92A-4FA0-A483-AD7F18CB5D95}"/>
              </a:ext>
            </a:extLst>
          </p:cNvPr>
          <p:cNvSpPr txBox="1">
            <a:spLocks noRot="1" noChangeArrowheads="1"/>
          </p:cNvSpPr>
          <p:nvPr/>
        </p:nvSpPr>
        <p:spPr bwMode="auto">
          <a:xfrm>
            <a:off x="244642" y="914401"/>
            <a:ext cx="7772400" cy="863601"/>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a:solidFill>
                  <a:srgbClr val="C00000"/>
                </a:solidFill>
                <a:latin typeface="Arial" panose="020B0604020202020204" pitchFamily="34" charset="0"/>
                <a:cs typeface="Arial" panose="020B0604020202020204" pitchFamily="34" charset="0"/>
              </a:rPr>
              <a:t>V. KIỂU </a:t>
            </a:r>
            <a:r>
              <a:rPr lang="en-US" altLang="en-US" sz="2400" b="1" kern="0">
                <a:solidFill>
                  <a:srgbClr val="C00000"/>
                </a:solidFill>
                <a:latin typeface="Arial" panose="020B0604020202020204" pitchFamily="34" charset="0"/>
                <a:cs typeface="Arial" panose="020B0604020202020204" pitchFamily="34" charset="0"/>
              </a:rPr>
              <a:t>NHÀ NƯỚC </a:t>
            </a:r>
            <a:r>
              <a:rPr lang="vi-VN" altLang="en-US" sz="2400" b="1" kern="0">
                <a:solidFill>
                  <a:srgbClr val="C00000"/>
                </a:solidFill>
                <a:latin typeface="Arial" panose="020B0604020202020204" pitchFamily="34" charset="0"/>
                <a:cs typeface="Arial" panose="020B0604020202020204" pitchFamily="34" charset="0"/>
              </a:rPr>
              <a:t>VÀ HÌNH THỨC </a:t>
            </a:r>
            <a:r>
              <a:rPr lang="en-US" altLang="en-US" sz="2400" b="1" kern="0">
                <a:solidFill>
                  <a:srgbClr val="C00000"/>
                </a:solidFill>
                <a:latin typeface="Arial" panose="020B0604020202020204" pitchFamily="34" charset="0"/>
                <a:cs typeface="Arial" panose="020B0604020202020204" pitchFamily="34" charset="0"/>
              </a:rPr>
              <a:t>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8908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pic>
        <p:nvPicPr>
          <p:cNvPr id="1028" name="Picture 4" descr="Kiểu pháp luật chiếm hữu nô lệ là gì? - Công ty Luật ACC">
            <a:extLst>
              <a:ext uri="{FF2B5EF4-FFF2-40B4-BE49-F238E27FC236}">
                <a16:creationId xmlns:a16="http://schemas.microsoft.com/office/drawing/2014/main" id="{F9E22E12-220B-4FE6-A9CF-7DDDAC5CC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020019"/>
            <a:ext cx="3581400" cy="222423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CD3D80F-DA97-4512-9FF2-E3DCD4EA949C}"/>
              </a:ext>
            </a:extLst>
          </p:cNvPr>
          <p:cNvSpPr txBox="1"/>
          <p:nvPr/>
        </p:nvSpPr>
        <p:spPr>
          <a:xfrm>
            <a:off x="457200" y="4547707"/>
            <a:ext cx="3270208" cy="461665"/>
          </a:xfrm>
          <a:prstGeom prst="rect">
            <a:avLst/>
          </a:prstGeom>
          <a:noFill/>
        </p:spPr>
        <p:txBody>
          <a:bodyPr wrap="square" rtlCol="0">
            <a:spAutoFit/>
          </a:bodyPr>
          <a:lstStyle/>
          <a:p>
            <a:r>
              <a:rPr lang="en-US" sz="2400" b="1" dirty="0">
                <a:solidFill>
                  <a:srgbClr val="0000FF"/>
                </a:solidFill>
              </a:rPr>
              <a:t>NHÀ NƯỚC CHỦ NÔ</a:t>
            </a:r>
          </a:p>
        </p:txBody>
      </p:sp>
      <p:sp>
        <p:nvSpPr>
          <p:cNvPr id="13" name="TextBox 12">
            <a:extLst>
              <a:ext uri="{FF2B5EF4-FFF2-40B4-BE49-F238E27FC236}">
                <a16:creationId xmlns:a16="http://schemas.microsoft.com/office/drawing/2014/main" id="{7761CC06-95FB-43D6-8625-FE7E2C320282}"/>
              </a:ext>
            </a:extLst>
          </p:cNvPr>
          <p:cNvSpPr txBox="1"/>
          <p:nvPr/>
        </p:nvSpPr>
        <p:spPr>
          <a:xfrm>
            <a:off x="4419600" y="3224268"/>
            <a:ext cx="3962400" cy="3046988"/>
          </a:xfrm>
          <a:prstGeom prst="rect">
            <a:avLst/>
          </a:prstGeom>
          <a:solidFill>
            <a:srgbClr val="FFCC99"/>
          </a:solidFill>
        </p:spPr>
        <p:style>
          <a:lnRef idx="0">
            <a:schemeClr val="accent1"/>
          </a:lnRef>
          <a:fillRef idx="3">
            <a:schemeClr val="accent1"/>
          </a:fillRef>
          <a:effectRef idx="3">
            <a:schemeClr val="accent1"/>
          </a:effectRef>
          <a:fontRef idx="minor">
            <a:schemeClr val="lt1"/>
          </a:fontRef>
        </p:style>
        <p:txBody>
          <a:bodyPr wrap="square">
            <a:spAutoFit/>
          </a:bodyPr>
          <a:lstStyle/>
          <a:p>
            <a:pPr marL="285750" indent="-285750" algn="just" fontAlgn="auto">
              <a:spcBef>
                <a:spcPts val="1200"/>
              </a:spcBef>
              <a:spcAft>
                <a:spcPts val="1200"/>
              </a:spcAft>
              <a:buFont typeface="Arial" panose="020B0604020202020204" pitchFamily="34" charset="0"/>
              <a:buChar char="•"/>
              <a:defRPr/>
            </a:pPr>
            <a:r>
              <a:rPr lang="vi-VN" altLang="en-US" sz="1800" i="1" dirty="0">
                <a:solidFill>
                  <a:schemeClr val="tx1"/>
                </a:solidFill>
                <a:latin typeface="Arial" panose="020B0604020202020204" pitchFamily="34" charset="0"/>
                <a:cs typeface="Arial" panose="020B0604020202020204" pitchFamily="34" charset="0"/>
              </a:rPr>
              <a:t>Là kiểu NN đầu tiên trong lịch sử</a:t>
            </a:r>
          </a:p>
          <a:p>
            <a:pPr marL="285750" indent="-285750" algn="just" fontAlgn="auto">
              <a:spcAft>
                <a:spcPts val="1200"/>
              </a:spcAft>
              <a:buFont typeface="Arial" panose="020B0604020202020204" pitchFamily="34" charset="0"/>
              <a:buChar char="•"/>
              <a:defRPr/>
            </a:pPr>
            <a:r>
              <a:rPr lang="vi-VN" altLang="en-US" sz="1800" i="1" dirty="0">
                <a:solidFill>
                  <a:schemeClr val="tx1"/>
                </a:solidFill>
                <a:latin typeface="Arial" panose="020B0604020202020204" pitchFamily="34" charset="0"/>
                <a:cs typeface="Arial" panose="020B0604020202020204" pitchFamily="34" charset="0"/>
              </a:rPr>
              <a:t>Phương thức sản xuất chiếm hữu nô lệ</a:t>
            </a:r>
          </a:p>
          <a:p>
            <a:pPr marL="285750" indent="-285750" algn="just" fontAlgn="auto">
              <a:spcAft>
                <a:spcPts val="1200"/>
              </a:spcAft>
              <a:buFont typeface="Arial" panose="020B0604020202020204" pitchFamily="34" charset="0"/>
              <a:buChar char="•"/>
              <a:defRPr/>
            </a:pPr>
            <a:r>
              <a:rPr lang="vi-VN" altLang="en-US" sz="1800" i="1" dirty="0">
                <a:solidFill>
                  <a:schemeClr val="tx1"/>
                </a:solidFill>
                <a:latin typeface="Arial" panose="020B0604020202020204" pitchFamily="34" charset="0"/>
                <a:cs typeface="Arial" panose="020B0604020202020204" pitchFamily="34" charset="0"/>
              </a:rPr>
              <a:t>NN chủ nô là công cụ của giai cấp chủ nô dùng để áp bức, bóc lột nô lệ</a:t>
            </a:r>
          </a:p>
          <a:p>
            <a:pPr marL="285750" indent="-285750" algn="just" fontAlgn="auto">
              <a:spcAft>
                <a:spcPts val="1200"/>
              </a:spcAft>
              <a:buFont typeface="Arial" panose="020B0604020202020204" pitchFamily="34" charset="0"/>
              <a:buChar char="•"/>
              <a:defRPr/>
            </a:pPr>
            <a:r>
              <a:rPr lang="vi-VN" altLang="en-US" sz="1800" i="1" dirty="0">
                <a:solidFill>
                  <a:schemeClr val="tx1"/>
                </a:solidFill>
                <a:latin typeface="Arial" panose="020B0604020202020204" pitchFamily="34" charset="0"/>
                <a:cs typeface="Arial" panose="020B0604020202020204" pitchFamily="34" charset="0"/>
              </a:rPr>
              <a:t>Đấu tranh của nô lệ mang tính tự phát, chưa phải là đấu tranh</a:t>
            </a:r>
            <a:r>
              <a:rPr lang="en-US" altLang="en-US" sz="1800" i="1" dirty="0">
                <a:solidFill>
                  <a:schemeClr val="tx1"/>
                </a:solidFill>
                <a:latin typeface="Arial" panose="020B0604020202020204" pitchFamily="34" charset="0"/>
                <a:cs typeface="Arial" panose="020B0604020202020204" pitchFamily="34" charset="0"/>
              </a:rPr>
              <a:t> </a:t>
            </a:r>
            <a:r>
              <a:rPr lang="vi-VN" altLang="en-US" sz="1800" i="1" dirty="0">
                <a:solidFill>
                  <a:schemeClr val="tx1"/>
                </a:solidFill>
                <a:latin typeface="Arial" panose="020B0604020202020204" pitchFamily="34" charset="0"/>
                <a:cs typeface="Arial" panose="020B0604020202020204" pitchFamily="34" charset="0"/>
              </a:rPr>
              <a:t>giai cấp</a:t>
            </a:r>
          </a:p>
        </p:txBody>
      </p:sp>
      <p:sp>
        <p:nvSpPr>
          <p:cNvPr id="9" name="Rectangle 2">
            <a:extLst>
              <a:ext uri="{FF2B5EF4-FFF2-40B4-BE49-F238E27FC236}">
                <a16:creationId xmlns:a16="http://schemas.microsoft.com/office/drawing/2014/main" id="{BCECC5A4-80AC-4C95-A4EF-440A9DF11D5F}"/>
              </a:ext>
            </a:extLst>
          </p:cNvPr>
          <p:cNvSpPr txBox="1">
            <a:spLocks noRot="1" noChangeArrowheads="1"/>
          </p:cNvSpPr>
          <p:nvPr/>
        </p:nvSpPr>
        <p:spPr bwMode="auto">
          <a:xfrm>
            <a:off x="244642" y="914401"/>
            <a:ext cx="7772400" cy="863601"/>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a:solidFill>
                  <a:srgbClr val="C00000"/>
                </a:solidFill>
                <a:latin typeface="Arial" panose="020B0604020202020204" pitchFamily="34" charset="0"/>
                <a:cs typeface="Arial" panose="020B0604020202020204" pitchFamily="34" charset="0"/>
              </a:rPr>
              <a:t>V. KIỂU </a:t>
            </a:r>
            <a:r>
              <a:rPr lang="en-US" altLang="en-US" sz="2400" b="1" kern="0">
                <a:solidFill>
                  <a:srgbClr val="C00000"/>
                </a:solidFill>
                <a:latin typeface="Arial" panose="020B0604020202020204" pitchFamily="34" charset="0"/>
                <a:cs typeface="Arial" panose="020B0604020202020204" pitchFamily="34" charset="0"/>
              </a:rPr>
              <a:t>NHÀ NƯỚC </a:t>
            </a:r>
            <a:r>
              <a:rPr lang="vi-VN" altLang="en-US" sz="2400" b="1" kern="0">
                <a:solidFill>
                  <a:srgbClr val="C00000"/>
                </a:solidFill>
                <a:latin typeface="Arial" panose="020B0604020202020204" pitchFamily="34" charset="0"/>
                <a:cs typeface="Arial" panose="020B0604020202020204" pitchFamily="34" charset="0"/>
              </a:rPr>
              <a:t>VÀ HÌNH THỨC </a:t>
            </a:r>
            <a:r>
              <a:rPr lang="en-US" altLang="en-US" sz="2400" b="1" kern="0">
                <a:solidFill>
                  <a:srgbClr val="C00000"/>
                </a:solidFill>
                <a:latin typeface="Arial" panose="020B0604020202020204" pitchFamily="34" charset="0"/>
                <a:cs typeface="Arial" panose="020B0604020202020204" pitchFamily="34" charset="0"/>
              </a:rPr>
              <a:t>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75267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609600" y="-6517"/>
            <a:ext cx="8686800" cy="735012"/>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pic>
        <p:nvPicPr>
          <p:cNvPr id="1026" name="Picture 2" descr="Bản chất, chức năng, bộ máy và hình thức nhà nước phong kiến">
            <a:extLst>
              <a:ext uri="{FF2B5EF4-FFF2-40B4-BE49-F238E27FC236}">
                <a16:creationId xmlns:a16="http://schemas.microsoft.com/office/drawing/2014/main" id="{E61F730D-A128-4905-853D-2CADE089C4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581400"/>
            <a:ext cx="4403725" cy="29622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460DABA-7EA7-4162-A4CF-0BC1A3AAA8E5}"/>
              </a:ext>
            </a:extLst>
          </p:cNvPr>
          <p:cNvSpPr txBox="1"/>
          <p:nvPr/>
        </p:nvSpPr>
        <p:spPr>
          <a:xfrm>
            <a:off x="5364162" y="2517744"/>
            <a:ext cx="3322638" cy="400110"/>
          </a:xfrm>
          <a:prstGeom prst="rect">
            <a:avLst/>
          </a:prstGeom>
          <a:noFill/>
        </p:spPr>
        <p:txBody>
          <a:bodyPr wrap="square" rtlCol="0">
            <a:spAutoFit/>
          </a:bodyPr>
          <a:lstStyle/>
          <a:p>
            <a:r>
              <a:rPr lang="en-US" sz="2000" b="1" dirty="0">
                <a:solidFill>
                  <a:srgbClr val="0000FF"/>
                </a:solidFill>
              </a:rPr>
              <a:t>NHÀ NƯỚC PHONG KIẾN</a:t>
            </a:r>
          </a:p>
        </p:txBody>
      </p:sp>
      <p:sp>
        <p:nvSpPr>
          <p:cNvPr id="7" name="TextBox 6">
            <a:extLst>
              <a:ext uri="{FF2B5EF4-FFF2-40B4-BE49-F238E27FC236}">
                <a16:creationId xmlns:a16="http://schemas.microsoft.com/office/drawing/2014/main" id="{A6C10E2D-A38E-430C-8F82-5CB3DE414C19}"/>
              </a:ext>
            </a:extLst>
          </p:cNvPr>
          <p:cNvSpPr txBox="1"/>
          <p:nvPr/>
        </p:nvSpPr>
        <p:spPr>
          <a:xfrm>
            <a:off x="457200" y="2044005"/>
            <a:ext cx="3657600" cy="276998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285750" indent="-285750" fontAlgn="auto">
              <a:spcAft>
                <a:spcPts val="1200"/>
              </a:spcAft>
              <a:buFont typeface="Arial" panose="020B0604020202020204" pitchFamily="34" charset="0"/>
              <a:buChar char="•"/>
              <a:defRPr/>
            </a:pPr>
            <a:r>
              <a:rPr lang="vi-VN" altLang="en-US" sz="1800" dirty="0">
                <a:solidFill>
                  <a:schemeClr val="tx1"/>
                </a:solidFill>
                <a:latin typeface="Arial" panose="020B0604020202020204" pitchFamily="34" charset="0"/>
                <a:cs typeface="Arial" panose="020B0604020202020204" pitchFamily="34" charset="0"/>
              </a:rPr>
              <a:t>Giai cấp địa chủ phong kiến &gt;&lt; Giai cấp nông dân</a:t>
            </a:r>
          </a:p>
          <a:p>
            <a:pPr marL="285750" indent="-285750" fontAlgn="auto">
              <a:spcAft>
                <a:spcPts val="1200"/>
              </a:spcAft>
              <a:buFont typeface="Arial" panose="020B0604020202020204" pitchFamily="34" charset="0"/>
              <a:buChar char="•"/>
              <a:defRPr/>
            </a:pPr>
            <a:r>
              <a:rPr lang="vi-VN" altLang="en-US" sz="1800" dirty="0">
                <a:solidFill>
                  <a:schemeClr val="tx1"/>
                </a:solidFill>
                <a:latin typeface="Arial" panose="020B0604020202020204" pitchFamily="34" charset="0"/>
                <a:cs typeface="Arial" panose="020B0604020202020204" pitchFamily="34" charset="0"/>
              </a:rPr>
              <a:t>Là công cụ bóc lột của giai cấp địa chủ</a:t>
            </a:r>
          </a:p>
          <a:p>
            <a:pPr marL="285750" indent="-285750" fontAlgn="auto">
              <a:spcAft>
                <a:spcPts val="1200"/>
              </a:spcAft>
              <a:buFont typeface="Arial" panose="020B0604020202020204" pitchFamily="34" charset="0"/>
              <a:buChar char="•"/>
              <a:defRPr/>
            </a:pPr>
            <a:r>
              <a:rPr lang="vi-VN" altLang="en-US" sz="1800" dirty="0">
                <a:solidFill>
                  <a:schemeClr val="tx1"/>
                </a:solidFill>
                <a:latin typeface="Arial" panose="020B0604020202020204" pitchFamily="34" charset="0"/>
                <a:cs typeface="Arial" panose="020B0604020202020204" pitchFamily="34" charset="0"/>
              </a:rPr>
              <a:t>Dựa trên chế độ sở hữu về ruộng đất của giai cấp địa chủ</a:t>
            </a:r>
          </a:p>
          <a:p>
            <a:pPr marL="285750" indent="-285750" fontAlgn="auto">
              <a:spcAft>
                <a:spcPts val="1200"/>
              </a:spcAft>
              <a:buFont typeface="Arial" panose="020B0604020202020204" pitchFamily="34" charset="0"/>
              <a:buChar char="•"/>
              <a:defRPr/>
            </a:pPr>
            <a:r>
              <a:rPr lang="vi-VN" altLang="en-US" sz="1800" dirty="0">
                <a:solidFill>
                  <a:schemeClr val="tx1"/>
                </a:solidFill>
                <a:latin typeface="Arial" panose="020B0604020202020204" pitchFamily="34" charset="0"/>
                <a:cs typeface="Arial" panose="020B0604020202020204" pitchFamily="34" charset="0"/>
              </a:rPr>
              <a:t>Nông dân phải nộp tô cho địa chủ</a:t>
            </a:r>
          </a:p>
        </p:txBody>
      </p:sp>
      <p:sp>
        <p:nvSpPr>
          <p:cNvPr id="9" name="Rectangle 2">
            <a:extLst>
              <a:ext uri="{FF2B5EF4-FFF2-40B4-BE49-F238E27FC236}">
                <a16:creationId xmlns:a16="http://schemas.microsoft.com/office/drawing/2014/main" id="{D59584D2-F99D-4FE9-9FB7-1C909028E16B}"/>
              </a:ext>
            </a:extLst>
          </p:cNvPr>
          <p:cNvSpPr>
            <a:spLocks noGrp="1" noRot="1" noChangeArrowheads="1"/>
          </p:cNvSpPr>
          <p:nvPr>
            <p:ph type="title"/>
          </p:nvPr>
        </p:nvSpPr>
        <p:spPr>
          <a:xfrm>
            <a:off x="244642" y="914401"/>
            <a:ext cx="7772400" cy="863601"/>
          </a:xfrm>
        </p:spPr>
        <p:txBody>
          <a:bodyPr/>
          <a:lstStyle/>
          <a:p>
            <a:pPr eaLnBrk="1" hangingPunct="1"/>
            <a:r>
              <a:rPr lang="vi-VN" altLang="en-US" sz="2400" b="1" dirty="0">
                <a:solidFill>
                  <a:srgbClr val="C00000"/>
                </a:solidFill>
                <a:latin typeface="Arial" panose="020B0604020202020204" pitchFamily="34" charset="0"/>
                <a:cs typeface="Arial" panose="020B0604020202020204" pitchFamily="34" charset="0"/>
              </a:rPr>
              <a:t>V. KIỂU </a:t>
            </a:r>
            <a:r>
              <a:rPr lang="en-US" altLang="en-US" sz="2400" b="1" dirty="0">
                <a:solidFill>
                  <a:srgbClr val="C00000"/>
                </a:solidFill>
                <a:latin typeface="Arial" panose="020B0604020202020204" pitchFamily="34" charset="0"/>
                <a:cs typeface="Arial" panose="020B0604020202020204" pitchFamily="34" charset="0"/>
              </a:rPr>
              <a:t>NHÀ NƯỚC </a:t>
            </a:r>
            <a:r>
              <a:rPr lang="vi-VN" altLang="en-US" sz="2400" b="1" dirty="0">
                <a:solidFill>
                  <a:srgbClr val="C00000"/>
                </a:solidFill>
                <a:latin typeface="Arial" panose="020B0604020202020204" pitchFamily="34" charset="0"/>
                <a:cs typeface="Arial" panose="020B0604020202020204" pitchFamily="34" charset="0"/>
              </a:rPr>
              <a:t>VÀ HÌNH THỨC </a:t>
            </a:r>
            <a:r>
              <a:rPr lang="en-US" altLang="en-US" sz="2400" b="1" dirty="0">
                <a:solidFill>
                  <a:srgbClr val="C00000"/>
                </a:solidFill>
                <a:latin typeface="Arial" panose="020B0604020202020204" pitchFamily="34" charset="0"/>
                <a:cs typeface="Arial" panose="020B0604020202020204" pitchFamily="34" charset="0"/>
              </a:rPr>
              <a:t>NHÀ NƯỚC</a:t>
            </a:r>
          </a:p>
        </p:txBody>
      </p:sp>
    </p:spTree>
    <p:extLst>
      <p:ext uri="{BB962C8B-B14F-4D97-AF65-F5344CB8AC3E}">
        <p14:creationId xmlns:p14="http://schemas.microsoft.com/office/powerpoint/2010/main" val="1871808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pic>
        <p:nvPicPr>
          <p:cNvPr id="20482" name="Picture 2" descr="Hình thức nhà nước Tư sản trong lịch sử | THANH NIÊN QUÊ TÔI">
            <a:extLst>
              <a:ext uri="{FF2B5EF4-FFF2-40B4-BE49-F238E27FC236}">
                <a16:creationId xmlns:a16="http://schemas.microsoft.com/office/drawing/2014/main" id="{0D4CA835-EF2A-4A5D-B856-4FEDDDAA8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963737"/>
            <a:ext cx="3733800" cy="1960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EEF23E-DA12-4E3E-9F29-65F4BB8C8E9B}"/>
              </a:ext>
            </a:extLst>
          </p:cNvPr>
          <p:cNvSpPr txBox="1"/>
          <p:nvPr/>
        </p:nvSpPr>
        <p:spPr>
          <a:xfrm>
            <a:off x="1524000" y="4343400"/>
            <a:ext cx="6096000" cy="221599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lgn="just" fontAlgn="auto">
              <a:spcAft>
                <a:spcPts val="1200"/>
              </a:spcAft>
              <a:buFont typeface="Arial" panose="020B0604020202020204" pitchFamily="34" charset="0"/>
              <a:buChar char="•"/>
              <a:defRPr/>
            </a:pPr>
            <a:r>
              <a:rPr lang="vi-VN" altLang="en-US" sz="1800" i="1" dirty="0">
                <a:solidFill>
                  <a:srgbClr val="CC00FF"/>
                </a:solidFill>
                <a:latin typeface="Arial" panose="020B0604020202020204" pitchFamily="34" charset="0"/>
                <a:cs typeface="Arial" panose="020B0604020202020204" pitchFamily="34" charset="0"/>
              </a:rPr>
              <a:t>Là kiểu NN tiến bộ và cuối cùng trong lịch sử</a:t>
            </a:r>
          </a:p>
          <a:p>
            <a:pPr marL="285750" indent="-285750" algn="just" fontAlgn="auto">
              <a:spcAft>
                <a:spcPts val="1200"/>
              </a:spcAft>
              <a:buFont typeface="Arial" panose="020B0604020202020204" pitchFamily="34" charset="0"/>
              <a:buChar char="•"/>
              <a:defRPr/>
            </a:pPr>
            <a:r>
              <a:rPr lang="vi-VN" altLang="en-US" sz="1800" i="1" dirty="0">
                <a:solidFill>
                  <a:srgbClr val="CC00FF"/>
                </a:solidFill>
                <a:latin typeface="Arial" panose="020B0604020202020204" pitchFamily="34" charset="0"/>
                <a:cs typeface="Arial" panose="020B0604020202020204" pitchFamily="34" charset="0"/>
              </a:rPr>
              <a:t>Là NN của giai cấp công nhân và toàn thể nhân dân lao động</a:t>
            </a:r>
          </a:p>
          <a:p>
            <a:pPr marL="285750" indent="-285750" algn="just" fontAlgn="auto">
              <a:spcAft>
                <a:spcPts val="1200"/>
              </a:spcAft>
              <a:buFont typeface="Arial" panose="020B0604020202020204" pitchFamily="34" charset="0"/>
              <a:buChar char="•"/>
              <a:defRPr/>
            </a:pPr>
            <a:r>
              <a:rPr lang="vi-VN" altLang="en-US" sz="1800" i="1" dirty="0">
                <a:solidFill>
                  <a:srgbClr val="CC00FF"/>
                </a:solidFill>
                <a:latin typeface="Arial" panose="020B0604020202020204" pitchFamily="34" charset="0"/>
                <a:cs typeface="Arial" panose="020B0604020202020204" pitchFamily="34" charset="0"/>
              </a:rPr>
              <a:t>Nhằm xoá bỏ giai cấp, áp bức, bóc lột và thực hiện công bằng xã hội</a:t>
            </a:r>
          </a:p>
          <a:p>
            <a:pPr marL="285750" indent="-285750" algn="just" fontAlgn="auto">
              <a:spcAft>
                <a:spcPts val="1200"/>
              </a:spcAft>
              <a:buFont typeface="Arial" panose="020B0604020202020204" pitchFamily="34" charset="0"/>
              <a:buChar char="•"/>
              <a:defRPr/>
            </a:pPr>
            <a:r>
              <a:rPr lang="vi-VN" altLang="en-US" sz="1800" i="1" dirty="0">
                <a:solidFill>
                  <a:srgbClr val="CC00FF"/>
                </a:solidFill>
                <a:latin typeface="Arial" panose="020B0604020202020204" pitchFamily="34" charset="0"/>
                <a:cs typeface="Arial" panose="020B0604020202020204" pitchFamily="34" charset="0"/>
              </a:rPr>
              <a:t>Dựa trên chế độ công hữu về tư liệu sản xuất</a:t>
            </a:r>
          </a:p>
        </p:txBody>
      </p:sp>
      <p:sp>
        <p:nvSpPr>
          <p:cNvPr id="8" name="Rectangle 2">
            <a:extLst>
              <a:ext uri="{FF2B5EF4-FFF2-40B4-BE49-F238E27FC236}">
                <a16:creationId xmlns:a16="http://schemas.microsoft.com/office/drawing/2014/main" id="{F5E0E4D6-E928-4DA2-81C6-03F9D3D461DD}"/>
              </a:ext>
            </a:extLst>
          </p:cNvPr>
          <p:cNvSpPr txBox="1">
            <a:spLocks noRot="1" noChangeArrowheads="1"/>
          </p:cNvSpPr>
          <p:nvPr/>
        </p:nvSpPr>
        <p:spPr bwMode="auto">
          <a:xfrm>
            <a:off x="244642" y="914401"/>
            <a:ext cx="7772400" cy="863601"/>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a:solidFill>
                  <a:srgbClr val="C00000"/>
                </a:solidFill>
                <a:latin typeface="Arial" panose="020B0604020202020204" pitchFamily="34" charset="0"/>
                <a:cs typeface="Arial" panose="020B0604020202020204" pitchFamily="34" charset="0"/>
              </a:rPr>
              <a:t>V. KIỂU </a:t>
            </a:r>
            <a:r>
              <a:rPr lang="en-US" altLang="en-US" sz="2400" b="1" kern="0">
                <a:solidFill>
                  <a:srgbClr val="C00000"/>
                </a:solidFill>
                <a:latin typeface="Arial" panose="020B0604020202020204" pitchFamily="34" charset="0"/>
                <a:cs typeface="Arial" panose="020B0604020202020204" pitchFamily="34" charset="0"/>
              </a:rPr>
              <a:t>NHÀ NƯỚC </a:t>
            </a:r>
            <a:r>
              <a:rPr lang="vi-VN" altLang="en-US" sz="2400" b="1" kern="0">
                <a:solidFill>
                  <a:srgbClr val="C00000"/>
                </a:solidFill>
                <a:latin typeface="Arial" panose="020B0604020202020204" pitchFamily="34" charset="0"/>
                <a:cs typeface="Arial" panose="020B0604020202020204" pitchFamily="34" charset="0"/>
              </a:rPr>
              <a:t>VÀ HÌNH THỨC </a:t>
            </a:r>
            <a:r>
              <a:rPr lang="en-US" altLang="en-US" sz="2400" b="1" kern="0">
                <a:solidFill>
                  <a:srgbClr val="C00000"/>
                </a:solidFill>
                <a:latin typeface="Arial" panose="020B0604020202020204" pitchFamily="34" charset="0"/>
                <a:cs typeface="Arial" panose="020B0604020202020204" pitchFamily="34" charset="0"/>
              </a:rPr>
              <a:t>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25642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pic>
        <p:nvPicPr>
          <p:cNvPr id="22530" name="Picture 2" descr="Sự ra đời (nguồn gốc) của nhà nước xã hội chủ nghĩa (XHCN)">
            <a:extLst>
              <a:ext uri="{FF2B5EF4-FFF2-40B4-BE49-F238E27FC236}">
                <a16:creationId xmlns:a16="http://schemas.microsoft.com/office/drawing/2014/main" id="{CC017958-B8F1-44B7-BA0D-D68D83F3DE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650074"/>
            <a:ext cx="3133725" cy="23447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473CC8E-6120-43D9-A48A-1DBED108C28D}"/>
              </a:ext>
            </a:extLst>
          </p:cNvPr>
          <p:cNvSpPr txBox="1"/>
          <p:nvPr/>
        </p:nvSpPr>
        <p:spPr>
          <a:xfrm>
            <a:off x="520700" y="3006835"/>
            <a:ext cx="1066800" cy="1631216"/>
          </a:xfrm>
          <a:prstGeom prst="rect">
            <a:avLst/>
          </a:prstGeom>
          <a:noFill/>
        </p:spPr>
        <p:txBody>
          <a:bodyPr wrap="square" rtlCol="0">
            <a:spAutoFit/>
          </a:bodyPr>
          <a:lstStyle/>
          <a:p>
            <a:pPr algn="ctr"/>
            <a:r>
              <a:rPr lang="en-US" sz="2000" b="1" dirty="0">
                <a:solidFill>
                  <a:srgbClr val="00B050"/>
                </a:solidFill>
              </a:rPr>
              <a:t>NHÀ NƯỚC XÃ HỘI CHỦ NGHĨA</a:t>
            </a:r>
          </a:p>
        </p:txBody>
      </p:sp>
      <p:sp>
        <p:nvSpPr>
          <p:cNvPr id="9" name="TextBox 8">
            <a:extLst>
              <a:ext uri="{FF2B5EF4-FFF2-40B4-BE49-F238E27FC236}">
                <a16:creationId xmlns:a16="http://schemas.microsoft.com/office/drawing/2014/main" id="{5EBA34D0-993F-4083-BECA-638D8A5D6200}"/>
              </a:ext>
            </a:extLst>
          </p:cNvPr>
          <p:cNvSpPr txBox="1"/>
          <p:nvPr/>
        </p:nvSpPr>
        <p:spPr>
          <a:xfrm>
            <a:off x="5489575" y="2438400"/>
            <a:ext cx="3133725" cy="3323987"/>
          </a:xfrm>
          <a:prstGeom prst="rect">
            <a:avLst/>
          </a:prstGeom>
          <a:noFill/>
        </p:spPr>
        <p:txBody>
          <a:bodyPr wrap="square">
            <a:spAutoFit/>
          </a:bodyPr>
          <a:lstStyle/>
          <a:p>
            <a:pPr fontAlgn="auto">
              <a:spcAft>
                <a:spcPts val="1200"/>
              </a:spcAft>
              <a:buFont typeface="Wingdings" panose="05000000000000000000" pitchFamily="2" charset="2"/>
              <a:buChar char="§"/>
              <a:defRPr/>
            </a:pPr>
            <a:r>
              <a:rPr lang="vi-VN" altLang="en-US" sz="1800" dirty="0">
                <a:solidFill>
                  <a:schemeClr val="tx2">
                    <a:lumMod val="50000"/>
                  </a:schemeClr>
                </a:solidFill>
                <a:latin typeface="Arial" panose="020B0604020202020204" pitchFamily="34" charset="0"/>
                <a:cs typeface="Arial" panose="020B0604020202020204" pitchFamily="34" charset="0"/>
              </a:rPr>
              <a:t>Là kiểu NN tiến bộ và cuối cùng trong lịch sử</a:t>
            </a:r>
          </a:p>
          <a:p>
            <a:pPr fontAlgn="auto">
              <a:spcAft>
                <a:spcPts val="1200"/>
              </a:spcAft>
              <a:buFont typeface="Wingdings" panose="05000000000000000000" pitchFamily="2" charset="2"/>
              <a:buChar char="§"/>
              <a:defRPr/>
            </a:pPr>
            <a:r>
              <a:rPr lang="vi-VN" altLang="en-US" sz="1800" dirty="0">
                <a:solidFill>
                  <a:schemeClr val="tx2">
                    <a:lumMod val="50000"/>
                  </a:schemeClr>
                </a:solidFill>
                <a:latin typeface="Arial" panose="020B0604020202020204" pitchFamily="34" charset="0"/>
                <a:cs typeface="Arial" panose="020B0604020202020204" pitchFamily="34" charset="0"/>
              </a:rPr>
              <a:t>Là NN của giai cấp công nhân và toàn thể nhân dân lao động</a:t>
            </a:r>
          </a:p>
          <a:p>
            <a:pPr fontAlgn="auto">
              <a:spcAft>
                <a:spcPts val="1200"/>
              </a:spcAft>
              <a:buFont typeface="Wingdings" panose="05000000000000000000" pitchFamily="2" charset="2"/>
              <a:buChar char="§"/>
              <a:defRPr/>
            </a:pPr>
            <a:r>
              <a:rPr lang="vi-VN" altLang="en-US" sz="1800" dirty="0">
                <a:solidFill>
                  <a:schemeClr val="tx2">
                    <a:lumMod val="50000"/>
                  </a:schemeClr>
                </a:solidFill>
                <a:latin typeface="Arial" panose="020B0604020202020204" pitchFamily="34" charset="0"/>
                <a:cs typeface="Arial" panose="020B0604020202020204" pitchFamily="34" charset="0"/>
              </a:rPr>
              <a:t>Nhằm xoá bỏ giai cấp, áp bức, bóc lột và thực hiện công bằng xã hội</a:t>
            </a:r>
          </a:p>
          <a:p>
            <a:pPr fontAlgn="auto">
              <a:spcAft>
                <a:spcPts val="1200"/>
              </a:spcAft>
              <a:buFont typeface="Wingdings" panose="05000000000000000000" pitchFamily="2" charset="2"/>
              <a:buChar char="§"/>
              <a:defRPr/>
            </a:pPr>
            <a:r>
              <a:rPr lang="vi-VN" altLang="en-US" sz="1800" dirty="0">
                <a:solidFill>
                  <a:schemeClr val="tx2">
                    <a:lumMod val="50000"/>
                  </a:schemeClr>
                </a:solidFill>
                <a:latin typeface="Arial" panose="020B0604020202020204" pitchFamily="34" charset="0"/>
                <a:cs typeface="Arial" panose="020B0604020202020204" pitchFamily="34" charset="0"/>
              </a:rPr>
              <a:t>Dựa trên chế độ công hữu về tư liệu sản xuất</a:t>
            </a:r>
          </a:p>
        </p:txBody>
      </p:sp>
      <p:sp>
        <p:nvSpPr>
          <p:cNvPr id="10" name="Rectangle 2">
            <a:extLst>
              <a:ext uri="{FF2B5EF4-FFF2-40B4-BE49-F238E27FC236}">
                <a16:creationId xmlns:a16="http://schemas.microsoft.com/office/drawing/2014/main" id="{38BFFE96-37CD-4A83-A21C-4F7DEE145197}"/>
              </a:ext>
            </a:extLst>
          </p:cNvPr>
          <p:cNvSpPr>
            <a:spLocks noGrp="1" noRot="1" noChangeArrowheads="1"/>
          </p:cNvSpPr>
          <p:nvPr>
            <p:ph type="title"/>
          </p:nvPr>
        </p:nvSpPr>
        <p:spPr>
          <a:xfrm>
            <a:off x="244642" y="914401"/>
            <a:ext cx="7772400" cy="863601"/>
          </a:xfrm>
        </p:spPr>
        <p:txBody>
          <a:bodyPr/>
          <a:lstStyle/>
          <a:p>
            <a:pPr eaLnBrk="1" hangingPunct="1"/>
            <a:r>
              <a:rPr lang="vi-VN" altLang="en-US" sz="2400" b="1" dirty="0">
                <a:solidFill>
                  <a:srgbClr val="C00000"/>
                </a:solidFill>
                <a:latin typeface="Arial" panose="020B0604020202020204" pitchFamily="34" charset="0"/>
                <a:cs typeface="Arial" panose="020B0604020202020204" pitchFamily="34" charset="0"/>
              </a:rPr>
              <a:t>V. KIỂU </a:t>
            </a:r>
            <a:r>
              <a:rPr lang="en-US" altLang="en-US" sz="2400" b="1" dirty="0">
                <a:solidFill>
                  <a:srgbClr val="C00000"/>
                </a:solidFill>
                <a:latin typeface="Arial" panose="020B0604020202020204" pitchFamily="34" charset="0"/>
                <a:cs typeface="Arial" panose="020B0604020202020204" pitchFamily="34" charset="0"/>
              </a:rPr>
              <a:t>NHÀ NƯỚC </a:t>
            </a:r>
            <a:r>
              <a:rPr lang="vi-VN" altLang="en-US" sz="2400" b="1" dirty="0">
                <a:solidFill>
                  <a:srgbClr val="C00000"/>
                </a:solidFill>
                <a:latin typeface="Arial" panose="020B0604020202020204" pitchFamily="34" charset="0"/>
                <a:cs typeface="Arial" panose="020B0604020202020204" pitchFamily="34" charset="0"/>
              </a:rPr>
              <a:t>VÀ HÌNH THỨC </a:t>
            </a:r>
            <a:r>
              <a:rPr lang="en-US" altLang="en-US" sz="2400" b="1" dirty="0">
                <a:solidFill>
                  <a:srgbClr val="C00000"/>
                </a:solidFill>
                <a:latin typeface="Arial" panose="020B0604020202020204" pitchFamily="34" charset="0"/>
                <a:cs typeface="Arial" panose="020B0604020202020204" pitchFamily="34" charset="0"/>
              </a:rPr>
              <a:t>NHÀ NƯỚC</a:t>
            </a:r>
          </a:p>
        </p:txBody>
      </p:sp>
    </p:spTree>
    <p:extLst>
      <p:ext uri="{BB962C8B-B14F-4D97-AF65-F5344CB8AC3E}">
        <p14:creationId xmlns:p14="http://schemas.microsoft.com/office/powerpoint/2010/main" val="470385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F74D53-CA8A-4FA0-84CF-BBE1358F448A}"/>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5" name="TextBox 4">
            <a:extLst>
              <a:ext uri="{FF2B5EF4-FFF2-40B4-BE49-F238E27FC236}">
                <a16:creationId xmlns:a16="http://schemas.microsoft.com/office/drawing/2014/main" id="{7F3AAE30-60D7-419C-9FED-D6E5CFD9A601}"/>
              </a:ext>
            </a:extLst>
          </p:cNvPr>
          <p:cNvSpPr txBox="1"/>
          <p:nvPr/>
        </p:nvSpPr>
        <p:spPr>
          <a:xfrm>
            <a:off x="1524000" y="1809848"/>
            <a:ext cx="5532438" cy="400110"/>
          </a:xfrm>
          <a:prstGeom prst="rect">
            <a:avLst/>
          </a:prstGeom>
          <a:noFill/>
        </p:spPr>
        <p:txBody>
          <a:bodyPr wrap="square">
            <a:spAutoFit/>
          </a:bodyPr>
          <a:lstStyle/>
          <a:p>
            <a:pPr marL="0" indent="0" eaLnBrk="1" fontAlgn="auto" hangingPunct="1">
              <a:spcAft>
                <a:spcPts val="1200"/>
              </a:spcAft>
              <a:buFont typeface="Wingdings 3" charset="2"/>
              <a:buNone/>
              <a:defRPr/>
            </a:pPr>
            <a:r>
              <a:rPr lang="en-US" altLang="en-US" sz="2000" b="1" i="1" dirty="0" err="1">
                <a:solidFill>
                  <a:srgbClr val="1B10EE"/>
                </a:solidFill>
                <a:latin typeface="Arial" panose="020B0604020202020204" pitchFamily="34" charset="0"/>
                <a:cs typeface="Arial" panose="020B0604020202020204" pitchFamily="34" charset="0"/>
              </a:rPr>
              <a:t>Hình</a:t>
            </a:r>
            <a:r>
              <a:rPr lang="en-US" altLang="en-US" sz="2000" b="1" i="1" dirty="0">
                <a:solidFill>
                  <a:srgbClr val="1B10EE"/>
                </a:solidFill>
                <a:latin typeface="Arial" panose="020B0604020202020204" pitchFamily="34" charset="0"/>
                <a:cs typeface="Arial" panose="020B0604020202020204" pitchFamily="34" charset="0"/>
              </a:rPr>
              <a:t> </a:t>
            </a:r>
            <a:r>
              <a:rPr lang="en-US" altLang="en-US" sz="2000" b="1" i="1" dirty="0" err="1">
                <a:solidFill>
                  <a:srgbClr val="1B10EE"/>
                </a:solidFill>
                <a:latin typeface="Arial" panose="020B0604020202020204" pitchFamily="34" charset="0"/>
                <a:cs typeface="Arial" panose="020B0604020202020204" pitchFamily="34" charset="0"/>
              </a:rPr>
              <a:t>thức</a:t>
            </a:r>
            <a:r>
              <a:rPr lang="en-US" altLang="en-US" sz="2000" b="1" i="1" dirty="0">
                <a:solidFill>
                  <a:srgbClr val="1B10EE"/>
                </a:solidFill>
                <a:latin typeface="Arial" panose="020B0604020202020204" pitchFamily="34" charset="0"/>
                <a:cs typeface="Arial" panose="020B0604020202020204" pitchFamily="34" charset="0"/>
              </a:rPr>
              <a:t> </a:t>
            </a:r>
            <a:r>
              <a:rPr lang="en-US" altLang="en-US" sz="2000" b="1" i="1" dirty="0" err="1">
                <a:solidFill>
                  <a:srgbClr val="1B10EE"/>
                </a:solidFill>
                <a:latin typeface="Arial" panose="020B0604020202020204" pitchFamily="34" charset="0"/>
                <a:cs typeface="Arial" panose="020B0604020202020204" pitchFamily="34" charset="0"/>
              </a:rPr>
              <a:t>Nhà</a:t>
            </a:r>
            <a:r>
              <a:rPr lang="en-US" altLang="en-US" sz="2000" b="1" i="1" dirty="0">
                <a:solidFill>
                  <a:srgbClr val="1B10EE"/>
                </a:solidFill>
                <a:latin typeface="Arial" panose="020B0604020202020204" pitchFamily="34" charset="0"/>
                <a:cs typeface="Arial" panose="020B0604020202020204" pitchFamily="34" charset="0"/>
              </a:rPr>
              <a:t> </a:t>
            </a:r>
            <a:r>
              <a:rPr lang="en-US" altLang="en-US" sz="2000" b="1" i="1" dirty="0" err="1">
                <a:solidFill>
                  <a:srgbClr val="1B10EE"/>
                </a:solidFill>
                <a:latin typeface="Arial" panose="020B0604020202020204" pitchFamily="34" charset="0"/>
                <a:cs typeface="Arial" panose="020B0604020202020204" pitchFamily="34" charset="0"/>
              </a:rPr>
              <a:t>nước</a:t>
            </a:r>
            <a:r>
              <a:rPr lang="en-US" altLang="en-US" sz="2000" b="1" i="1" dirty="0">
                <a:solidFill>
                  <a:srgbClr val="1B10EE"/>
                </a:solidFill>
                <a:latin typeface="Arial" panose="020B0604020202020204" pitchFamily="34" charset="0"/>
                <a:cs typeface="Arial" panose="020B0604020202020204" pitchFamily="34" charset="0"/>
              </a:rPr>
              <a:t> (</a:t>
            </a:r>
            <a:r>
              <a:rPr lang="en-US" altLang="en-US" sz="2000" b="1" i="1" dirty="0" err="1">
                <a:solidFill>
                  <a:srgbClr val="1B10EE"/>
                </a:solidFill>
                <a:latin typeface="Arial" panose="020B0604020202020204" pitchFamily="34" charset="0"/>
                <a:cs typeface="Arial" panose="020B0604020202020204" pitchFamily="34" charset="0"/>
              </a:rPr>
              <a:t>Mô</a:t>
            </a:r>
            <a:r>
              <a:rPr lang="en-US" altLang="en-US" sz="2000" b="1" i="1" dirty="0">
                <a:solidFill>
                  <a:srgbClr val="1B10EE"/>
                </a:solidFill>
                <a:latin typeface="Arial" panose="020B0604020202020204" pitchFamily="34" charset="0"/>
                <a:cs typeface="Arial" panose="020B0604020202020204" pitchFamily="34" charset="0"/>
              </a:rPr>
              <a:t> </a:t>
            </a:r>
            <a:r>
              <a:rPr lang="en-US" altLang="en-US" sz="2000" b="1" i="1" dirty="0" err="1">
                <a:solidFill>
                  <a:srgbClr val="1B10EE"/>
                </a:solidFill>
                <a:latin typeface="Arial" panose="020B0604020202020204" pitchFamily="34" charset="0"/>
                <a:cs typeface="Arial" panose="020B0604020202020204" pitchFamily="34" charset="0"/>
              </a:rPr>
              <a:t>hình</a:t>
            </a:r>
            <a:r>
              <a:rPr lang="en-US" altLang="en-US" sz="2000" b="1" i="1" dirty="0">
                <a:solidFill>
                  <a:srgbClr val="1B10EE"/>
                </a:solidFill>
                <a:latin typeface="Arial" panose="020B0604020202020204" pitchFamily="34" charset="0"/>
                <a:cs typeface="Arial" panose="020B0604020202020204" pitchFamily="34" charset="0"/>
              </a:rPr>
              <a:t> </a:t>
            </a:r>
            <a:r>
              <a:rPr lang="en-US" altLang="en-US" sz="2000" b="1" i="1" dirty="0" err="1">
                <a:solidFill>
                  <a:srgbClr val="1B10EE"/>
                </a:solidFill>
                <a:latin typeface="Arial" panose="020B0604020202020204" pitchFamily="34" charset="0"/>
                <a:cs typeface="Arial" panose="020B0604020202020204" pitchFamily="34" charset="0"/>
              </a:rPr>
              <a:t>Nhà</a:t>
            </a:r>
            <a:r>
              <a:rPr lang="en-US" altLang="en-US" sz="2000" b="1" i="1" dirty="0">
                <a:solidFill>
                  <a:srgbClr val="1B10EE"/>
                </a:solidFill>
                <a:latin typeface="Arial" panose="020B0604020202020204" pitchFamily="34" charset="0"/>
                <a:cs typeface="Arial" panose="020B0604020202020204" pitchFamily="34" charset="0"/>
              </a:rPr>
              <a:t> </a:t>
            </a:r>
            <a:r>
              <a:rPr lang="en-US" altLang="en-US" sz="2000" b="1" i="1" dirty="0" err="1">
                <a:solidFill>
                  <a:srgbClr val="1B10EE"/>
                </a:solidFill>
                <a:latin typeface="Arial" panose="020B0604020202020204" pitchFamily="34" charset="0"/>
                <a:cs typeface="Arial" panose="020B0604020202020204" pitchFamily="34" charset="0"/>
              </a:rPr>
              <a:t>nước</a:t>
            </a:r>
            <a:r>
              <a:rPr lang="en-US" altLang="en-US" sz="2000" b="1" i="1" dirty="0">
                <a:solidFill>
                  <a:srgbClr val="1B10EE"/>
                </a:solidFill>
                <a:latin typeface="Arial" panose="020B0604020202020204" pitchFamily="34" charset="0"/>
                <a:cs typeface="Arial" panose="020B0604020202020204" pitchFamily="34" charset="0"/>
              </a:rPr>
              <a:t>)</a:t>
            </a:r>
          </a:p>
        </p:txBody>
      </p:sp>
      <p:graphicFrame>
        <p:nvGraphicFramePr>
          <p:cNvPr id="6" name="Diagram 5">
            <a:extLst>
              <a:ext uri="{FF2B5EF4-FFF2-40B4-BE49-F238E27FC236}">
                <a16:creationId xmlns:a16="http://schemas.microsoft.com/office/drawing/2014/main" id="{64A8749C-23EC-4FD5-B634-95CB2AC908DA}"/>
              </a:ext>
            </a:extLst>
          </p:cNvPr>
          <p:cNvGraphicFramePr/>
          <p:nvPr>
            <p:extLst>
              <p:ext uri="{D42A27DB-BD31-4B8C-83A1-F6EECF244321}">
                <p14:modId xmlns:p14="http://schemas.microsoft.com/office/powerpoint/2010/main" val="750270571"/>
              </p:ext>
            </p:extLst>
          </p:nvPr>
        </p:nvGraphicFramePr>
        <p:xfrm>
          <a:off x="1450975" y="1437619"/>
          <a:ext cx="6096000" cy="3952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C3ED2569-647C-4F2C-AEE8-ADB5E1BBCC84}"/>
              </a:ext>
            </a:extLst>
          </p:cNvPr>
          <p:cNvSpPr/>
          <p:nvPr/>
        </p:nvSpPr>
        <p:spPr>
          <a:xfrm>
            <a:off x="1066800" y="4800600"/>
            <a:ext cx="914400" cy="150336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200" dirty="0" err="1">
                <a:latin typeface="Calibri" panose="020F0502020204030204" pitchFamily="34" charset="0"/>
                <a:cs typeface="Calibri" panose="020F0502020204030204" pitchFamily="34" charset="0"/>
              </a:rPr>
              <a:t>Quân</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chủ</a:t>
            </a:r>
            <a:endParaRPr lang="en-US" sz="2200" dirty="0">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EE419AA1-4394-4F74-A41B-CE7F2A4441C7}"/>
              </a:ext>
            </a:extLst>
          </p:cNvPr>
          <p:cNvSpPr/>
          <p:nvPr/>
        </p:nvSpPr>
        <p:spPr>
          <a:xfrm>
            <a:off x="2362200" y="4832350"/>
            <a:ext cx="914400" cy="150336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200" dirty="0" err="1">
                <a:latin typeface="Calibri" panose="020F0502020204030204" pitchFamily="34" charset="0"/>
                <a:cs typeface="Calibri" panose="020F0502020204030204" pitchFamily="34" charset="0"/>
              </a:rPr>
              <a:t>Cộng</a:t>
            </a:r>
            <a:endParaRPr lang="en-US" sz="2200" dirty="0">
              <a:latin typeface="Calibri" panose="020F0502020204030204" pitchFamily="34" charset="0"/>
              <a:cs typeface="Calibri" panose="020F0502020204030204" pitchFamily="34" charset="0"/>
            </a:endParaRPr>
          </a:p>
          <a:p>
            <a:pPr algn="ctr">
              <a:defRPr/>
            </a:pPr>
            <a:r>
              <a:rPr lang="en-US" sz="2200" dirty="0" err="1">
                <a:latin typeface="Calibri" panose="020F0502020204030204" pitchFamily="34" charset="0"/>
                <a:cs typeface="Calibri" panose="020F0502020204030204" pitchFamily="34" charset="0"/>
              </a:rPr>
              <a:t>hòa</a:t>
            </a:r>
            <a:endParaRPr lang="en-US" sz="22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5A579356-A7A6-4191-8D5D-79092D2A263E}"/>
              </a:ext>
            </a:extLst>
          </p:cNvPr>
          <p:cNvSpPr/>
          <p:nvPr/>
        </p:nvSpPr>
        <p:spPr>
          <a:xfrm>
            <a:off x="3609975" y="4832350"/>
            <a:ext cx="914400" cy="1503363"/>
          </a:xfrm>
          <a:prstGeom prst="roundRect">
            <a:avLst/>
          </a:prstGeom>
          <a:solidFill>
            <a:srgbClr val="5DAF6B"/>
          </a:solidFill>
        </p:spPr>
        <p:style>
          <a:lnRef idx="3">
            <a:schemeClr val="lt1"/>
          </a:lnRef>
          <a:fillRef idx="1">
            <a:schemeClr val="accent6"/>
          </a:fillRef>
          <a:effectRef idx="1">
            <a:schemeClr val="accent6"/>
          </a:effectRef>
          <a:fontRef idx="minor">
            <a:schemeClr val="lt1"/>
          </a:fontRef>
        </p:style>
        <p:txBody>
          <a:bodyPr anchor="ctr"/>
          <a:lstStyle/>
          <a:p>
            <a:pPr algn="ctr">
              <a:defRPr/>
            </a:pPr>
            <a:r>
              <a:rPr lang="en-US" sz="2200" dirty="0" err="1">
                <a:latin typeface="Calibri" panose="020F0502020204030204" pitchFamily="34" charset="0"/>
                <a:cs typeface="Calibri" panose="020F0502020204030204" pitchFamily="34" charset="0"/>
              </a:rPr>
              <a:t>Đơn</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nhất</a:t>
            </a:r>
            <a:endParaRPr lang="en-US" sz="2200" dirty="0">
              <a:latin typeface="Calibri" panose="020F0502020204030204" pitchFamily="34" charset="0"/>
              <a:cs typeface="Calibri" panose="020F0502020204030204" pitchFamily="34" charset="0"/>
            </a:endParaRPr>
          </a:p>
        </p:txBody>
      </p:sp>
      <p:sp>
        <p:nvSpPr>
          <p:cNvPr id="10" name="Rectangle: Rounded Corners 9">
            <a:extLst>
              <a:ext uri="{FF2B5EF4-FFF2-40B4-BE49-F238E27FC236}">
                <a16:creationId xmlns:a16="http://schemas.microsoft.com/office/drawing/2014/main" id="{18731188-3209-491A-B402-136B92EEDEA1}"/>
              </a:ext>
            </a:extLst>
          </p:cNvPr>
          <p:cNvSpPr/>
          <p:nvPr/>
        </p:nvSpPr>
        <p:spPr>
          <a:xfrm>
            <a:off x="4732338" y="4832350"/>
            <a:ext cx="914400" cy="1503363"/>
          </a:xfrm>
          <a:prstGeom prst="roundRect">
            <a:avLst/>
          </a:prstGeom>
          <a:solidFill>
            <a:srgbClr val="5DAF6B"/>
          </a:solidFill>
        </p:spPr>
        <p:style>
          <a:lnRef idx="3">
            <a:schemeClr val="lt1"/>
          </a:lnRef>
          <a:fillRef idx="1">
            <a:schemeClr val="accent6"/>
          </a:fillRef>
          <a:effectRef idx="1">
            <a:schemeClr val="accent6"/>
          </a:effectRef>
          <a:fontRef idx="minor">
            <a:schemeClr val="lt1"/>
          </a:fontRef>
        </p:style>
        <p:txBody>
          <a:bodyPr anchor="ctr"/>
          <a:lstStyle/>
          <a:p>
            <a:pPr algn="ctr">
              <a:defRPr/>
            </a:pPr>
            <a:r>
              <a:rPr lang="en-US" sz="2200" dirty="0" err="1">
                <a:latin typeface="Calibri" panose="020F0502020204030204" pitchFamily="34" charset="0"/>
                <a:cs typeface="Calibri" panose="020F0502020204030204" pitchFamily="34" charset="0"/>
              </a:rPr>
              <a:t>Liên</a:t>
            </a:r>
            <a:r>
              <a:rPr lang="en-US" sz="2200" dirty="0">
                <a:latin typeface="Calibri" panose="020F0502020204030204" pitchFamily="34" charset="0"/>
                <a:cs typeface="Calibri" panose="020F0502020204030204" pitchFamily="34" charset="0"/>
              </a:rPr>
              <a:t> bang</a:t>
            </a:r>
          </a:p>
        </p:txBody>
      </p:sp>
      <p:sp>
        <p:nvSpPr>
          <p:cNvPr id="11" name="Rectangle: Rounded Corners 10">
            <a:extLst>
              <a:ext uri="{FF2B5EF4-FFF2-40B4-BE49-F238E27FC236}">
                <a16:creationId xmlns:a16="http://schemas.microsoft.com/office/drawing/2014/main" id="{32F336EA-4555-49C9-84C0-D5C5463C295D}"/>
              </a:ext>
            </a:extLst>
          </p:cNvPr>
          <p:cNvSpPr/>
          <p:nvPr/>
        </p:nvSpPr>
        <p:spPr>
          <a:xfrm>
            <a:off x="5894388" y="4832350"/>
            <a:ext cx="914400" cy="1503363"/>
          </a:xfrm>
          <a:prstGeom prst="roundRect">
            <a:avLst/>
          </a:prstGeom>
          <a:solidFill>
            <a:schemeClr val="tx2">
              <a:lumMod val="50000"/>
            </a:schemeClr>
          </a:solidFill>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200" dirty="0" err="1">
                <a:latin typeface="Calibri" panose="020F0502020204030204" pitchFamily="34" charset="0"/>
                <a:cs typeface="Calibri" panose="020F0502020204030204" pitchFamily="34" charset="0"/>
              </a:rPr>
              <a:t>Dân</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chủ</a:t>
            </a:r>
            <a:endParaRPr lang="en-US" sz="2200" dirty="0">
              <a:latin typeface="Calibri" panose="020F0502020204030204" pitchFamily="34" charset="0"/>
              <a:cs typeface="Calibri" panose="020F0502020204030204" pitchFamily="34" charset="0"/>
            </a:endParaRPr>
          </a:p>
        </p:txBody>
      </p:sp>
      <p:sp>
        <p:nvSpPr>
          <p:cNvPr id="13" name="Rectangle: Rounded Corners 12">
            <a:extLst>
              <a:ext uri="{FF2B5EF4-FFF2-40B4-BE49-F238E27FC236}">
                <a16:creationId xmlns:a16="http://schemas.microsoft.com/office/drawing/2014/main" id="{9573252C-0031-4B58-86F4-1CB7C56FC8D7}"/>
              </a:ext>
            </a:extLst>
          </p:cNvPr>
          <p:cNvSpPr/>
          <p:nvPr/>
        </p:nvSpPr>
        <p:spPr>
          <a:xfrm>
            <a:off x="7016750" y="4832350"/>
            <a:ext cx="914400" cy="1503363"/>
          </a:xfrm>
          <a:prstGeom prst="roundRect">
            <a:avLst/>
          </a:prstGeom>
          <a:solidFill>
            <a:schemeClr val="tx2">
              <a:lumMod val="50000"/>
            </a:schemeClr>
          </a:solidFill>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200" dirty="0">
                <a:latin typeface="Calibri" panose="020F0502020204030204" pitchFamily="34" charset="0"/>
                <a:cs typeface="Calibri" panose="020F0502020204030204" pitchFamily="34" charset="0"/>
              </a:rPr>
              <a:t>Phi </a:t>
            </a:r>
            <a:r>
              <a:rPr lang="en-US" sz="2200" dirty="0" err="1">
                <a:latin typeface="Calibri" panose="020F0502020204030204" pitchFamily="34" charset="0"/>
                <a:cs typeface="Calibri" panose="020F0502020204030204" pitchFamily="34" charset="0"/>
              </a:rPr>
              <a:t>dân</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chủ</a:t>
            </a:r>
            <a:endParaRPr lang="en-US" sz="2200" dirty="0">
              <a:latin typeface="Calibri" panose="020F0502020204030204" pitchFamily="34" charset="0"/>
              <a:cs typeface="Calibri" panose="020F0502020204030204" pitchFamily="34" charset="0"/>
            </a:endParaRPr>
          </a:p>
        </p:txBody>
      </p:sp>
      <p:cxnSp>
        <p:nvCxnSpPr>
          <p:cNvPr id="14" name="Straight Arrow Connector 13">
            <a:extLst>
              <a:ext uri="{FF2B5EF4-FFF2-40B4-BE49-F238E27FC236}">
                <a16:creationId xmlns:a16="http://schemas.microsoft.com/office/drawing/2014/main" id="{8AA10B61-E307-4B9F-8040-917353DCF3F0}"/>
              </a:ext>
            </a:extLst>
          </p:cNvPr>
          <p:cNvCxnSpPr/>
          <p:nvPr/>
        </p:nvCxnSpPr>
        <p:spPr>
          <a:xfrm>
            <a:off x="1676400" y="4495800"/>
            <a:ext cx="0" cy="273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844D360-1C1C-473F-BBB8-81A555814B77}"/>
              </a:ext>
            </a:extLst>
          </p:cNvPr>
          <p:cNvCxnSpPr/>
          <p:nvPr/>
        </p:nvCxnSpPr>
        <p:spPr>
          <a:xfrm>
            <a:off x="2971800" y="44958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EAF74C4-152A-4E45-BD75-EAF021C4EA50}"/>
              </a:ext>
            </a:extLst>
          </p:cNvPr>
          <p:cNvCxnSpPr/>
          <p:nvPr/>
        </p:nvCxnSpPr>
        <p:spPr>
          <a:xfrm>
            <a:off x="4038600" y="44958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92AD8526-EC51-44D9-8C49-A77CE54956B5}"/>
              </a:ext>
            </a:extLst>
          </p:cNvPr>
          <p:cNvCxnSpPr/>
          <p:nvPr/>
        </p:nvCxnSpPr>
        <p:spPr>
          <a:xfrm>
            <a:off x="5257800" y="44958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DC654E0E-BFCA-40B9-9C86-B39FF9F70BEA}"/>
              </a:ext>
            </a:extLst>
          </p:cNvPr>
          <p:cNvCxnSpPr/>
          <p:nvPr/>
        </p:nvCxnSpPr>
        <p:spPr>
          <a:xfrm>
            <a:off x="6324600" y="44958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7BE6D9B0-71E9-4DED-B529-C2D1AB600CA6}"/>
              </a:ext>
            </a:extLst>
          </p:cNvPr>
          <p:cNvCxnSpPr/>
          <p:nvPr/>
        </p:nvCxnSpPr>
        <p:spPr>
          <a:xfrm>
            <a:off x="7391400" y="44958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2">
            <a:extLst>
              <a:ext uri="{FF2B5EF4-FFF2-40B4-BE49-F238E27FC236}">
                <a16:creationId xmlns:a16="http://schemas.microsoft.com/office/drawing/2014/main" id="{D3961D36-916D-491C-B3B5-9A598174ED4E}"/>
              </a:ext>
            </a:extLst>
          </p:cNvPr>
          <p:cNvSpPr>
            <a:spLocks noGrp="1" noRot="1" noChangeArrowheads="1"/>
          </p:cNvSpPr>
          <p:nvPr>
            <p:ph type="title"/>
          </p:nvPr>
        </p:nvSpPr>
        <p:spPr>
          <a:xfrm>
            <a:off x="244642" y="914401"/>
            <a:ext cx="7772400" cy="863601"/>
          </a:xfrm>
        </p:spPr>
        <p:txBody>
          <a:bodyPr/>
          <a:lstStyle/>
          <a:p>
            <a:pPr eaLnBrk="1" hangingPunct="1"/>
            <a:r>
              <a:rPr lang="vi-VN" altLang="en-US" sz="2400" b="1" dirty="0">
                <a:solidFill>
                  <a:srgbClr val="C00000"/>
                </a:solidFill>
                <a:latin typeface="Arial" panose="020B0604020202020204" pitchFamily="34" charset="0"/>
                <a:cs typeface="Arial" panose="020B0604020202020204" pitchFamily="34" charset="0"/>
              </a:rPr>
              <a:t>V. KIỂU </a:t>
            </a:r>
            <a:r>
              <a:rPr lang="en-US" altLang="en-US" sz="2400" b="1" dirty="0">
                <a:solidFill>
                  <a:srgbClr val="C00000"/>
                </a:solidFill>
                <a:latin typeface="Arial" panose="020B0604020202020204" pitchFamily="34" charset="0"/>
                <a:cs typeface="Arial" panose="020B0604020202020204" pitchFamily="34" charset="0"/>
              </a:rPr>
              <a:t>NHÀ NƯỚC </a:t>
            </a:r>
            <a:r>
              <a:rPr lang="vi-VN" altLang="en-US" sz="2400" b="1" dirty="0">
                <a:solidFill>
                  <a:srgbClr val="C00000"/>
                </a:solidFill>
                <a:latin typeface="Arial" panose="020B0604020202020204" pitchFamily="34" charset="0"/>
                <a:cs typeface="Arial" panose="020B0604020202020204" pitchFamily="34" charset="0"/>
              </a:rPr>
              <a:t>VÀ HÌNH THỨC </a:t>
            </a:r>
            <a:r>
              <a:rPr lang="en-US" altLang="en-US" sz="2400" b="1" dirty="0">
                <a:solidFill>
                  <a:srgbClr val="C00000"/>
                </a:solidFill>
                <a:latin typeface="Arial" panose="020B0604020202020204" pitchFamily="34" charset="0"/>
                <a:cs typeface="Arial" panose="020B0604020202020204" pitchFamily="34" charset="0"/>
              </a:rPr>
              <a:t>NHÀ NƯỚC</a:t>
            </a:r>
          </a:p>
        </p:txBody>
      </p:sp>
    </p:spTree>
    <p:extLst>
      <p:ext uri="{BB962C8B-B14F-4D97-AF65-F5344CB8AC3E}">
        <p14:creationId xmlns:p14="http://schemas.microsoft.com/office/powerpoint/2010/main" val="7334631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7A452F6-BA78-49A7-967A-78FD704CAF94}"/>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9" name="Rectangle 2">
            <a:extLst>
              <a:ext uri="{FF2B5EF4-FFF2-40B4-BE49-F238E27FC236}">
                <a16:creationId xmlns:a16="http://schemas.microsoft.com/office/drawing/2014/main" id="{855CDDFA-2265-40AA-B386-8A8D62D65FAA}"/>
              </a:ext>
            </a:extLst>
          </p:cNvPr>
          <p:cNvSpPr txBox="1">
            <a:spLocks noRot="1" noChangeArrowheads="1"/>
          </p:cNvSpPr>
          <p:nvPr/>
        </p:nvSpPr>
        <p:spPr bwMode="auto">
          <a:xfrm>
            <a:off x="2590471" y="1676400"/>
            <a:ext cx="3352800" cy="627063"/>
          </a:xfrm>
          <a:prstGeom prst="rect">
            <a:avLst/>
          </a:prstGeom>
          <a:solidFill>
            <a:srgbClr val="92D050"/>
          </a:solidFill>
          <a:ln>
            <a:noFill/>
            <a:headEnd/>
            <a:tailEnd/>
          </a:ln>
        </p:spPr>
        <p:style>
          <a:lnRef idx="1">
            <a:schemeClr val="accent2"/>
          </a:lnRef>
          <a:fillRef idx="2">
            <a:schemeClr val="accent2"/>
          </a:fillRef>
          <a:effectRef idx="1">
            <a:schemeClr val="accent2"/>
          </a:effectRef>
          <a:fontRef idx="minor">
            <a:schemeClr val="dk1"/>
          </a:fontRef>
        </p:style>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en-US" altLang="en-US" sz="2400" b="1" kern="0" dirty="0" err="1">
                <a:solidFill>
                  <a:srgbClr val="0000FF"/>
                </a:solidFill>
                <a:latin typeface="Arial" panose="020B0604020202020204" pitchFamily="34" charset="0"/>
                <a:cs typeface="Arial" panose="020B0604020202020204" pitchFamily="34" charset="0"/>
              </a:rPr>
              <a:t>Hình</a:t>
            </a:r>
            <a:r>
              <a:rPr lang="en-US" altLang="en-US" sz="2400" b="1" kern="0" dirty="0">
                <a:solidFill>
                  <a:srgbClr val="0000FF"/>
                </a:solidFill>
                <a:latin typeface="Arial" panose="020B0604020202020204" pitchFamily="34" charset="0"/>
                <a:cs typeface="Arial" panose="020B0604020202020204" pitchFamily="34" charset="0"/>
              </a:rPr>
              <a:t> </a:t>
            </a:r>
            <a:r>
              <a:rPr lang="en-US" altLang="en-US" sz="2400" b="1" kern="0" dirty="0" err="1">
                <a:solidFill>
                  <a:srgbClr val="0000FF"/>
                </a:solidFill>
                <a:latin typeface="Arial" panose="020B0604020202020204" pitchFamily="34" charset="0"/>
                <a:cs typeface="Arial" panose="020B0604020202020204" pitchFamily="34" charset="0"/>
              </a:rPr>
              <a:t>thức</a:t>
            </a:r>
            <a:r>
              <a:rPr lang="en-US" altLang="en-US" sz="2400" b="1" kern="0" dirty="0">
                <a:solidFill>
                  <a:srgbClr val="0000FF"/>
                </a:solidFill>
                <a:latin typeface="Arial" panose="020B0604020202020204" pitchFamily="34" charset="0"/>
                <a:cs typeface="Arial" panose="020B0604020202020204" pitchFamily="34" charset="0"/>
              </a:rPr>
              <a:t> </a:t>
            </a:r>
            <a:r>
              <a:rPr lang="en-US" altLang="en-US" sz="2400" b="1" kern="0" dirty="0" err="1">
                <a:solidFill>
                  <a:srgbClr val="0000FF"/>
                </a:solidFill>
                <a:latin typeface="Arial" panose="020B0604020202020204" pitchFamily="34" charset="0"/>
                <a:cs typeface="Arial" panose="020B0604020202020204" pitchFamily="34" charset="0"/>
              </a:rPr>
              <a:t>chính</a:t>
            </a:r>
            <a:r>
              <a:rPr lang="en-US" altLang="en-US" sz="2400" b="1" kern="0" dirty="0">
                <a:solidFill>
                  <a:srgbClr val="0000FF"/>
                </a:solidFill>
                <a:latin typeface="Arial" panose="020B0604020202020204" pitchFamily="34" charset="0"/>
                <a:cs typeface="Arial" panose="020B0604020202020204" pitchFamily="34" charset="0"/>
              </a:rPr>
              <a:t> </a:t>
            </a:r>
            <a:r>
              <a:rPr lang="en-US" altLang="en-US" sz="2400" b="1" kern="0" dirty="0" err="1">
                <a:solidFill>
                  <a:srgbClr val="0000FF"/>
                </a:solidFill>
                <a:latin typeface="Arial" panose="020B0604020202020204" pitchFamily="34" charset="0"/>
                <a:cs typeface="Arial" panose="020B0604020202020204" pitchFamily="34" charset="0"/>
              </a:rPr>
              <a:t>thể</a:t>
            </a:r>
            <a:endParaRPr lang="en-US" altLang="en-US" sz="2400" b="1" kern="0" dirty="0">
              <a:solidFill>
                <a:srgbClr val="0000FF"/>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B453FF83-36B3-463B-8FE6-A6E5BEB85B7D}"/>
              </a:ext>
            </a:extLst>
          </p:cNvPr>
          <p:cNvSpPr txBox="1"/>
          <p:nvPr/>
        </p:nvSpPr>
        <p:spPr>
          <a:xfrm>
            <a:off x="1084659" y="2371794"/>
            <a:ext cx="6974681" cy="707886"/>
          </a:xfrm>
          <a:prstGeom prst="rect">
            <a:avLst/>
          </a:prstGeom>
          <a:noFill/>
        </p:spPr>
        <p:txBody>
          <a:bodyPr wrap="square">
            <a:spAutoFit/>
          </a:bodyPr>
          <a:lstStyle/>
          <a:p>
            <a:pPr algn="ctr" eaLnBrk="1" hangingPunct="1"/>
            <a:r>
              <a:rPr lang="en-US" altLang="en-US" sz="2000" dirty="0" err="1">
                <a:solidFill>
                  <a:schemeClr val="tx1"/>
                </a:solidFill>
              </a:rPr>
              <a:t>L</a:t>
            </a:r>
            <a:r>
              <a:rPr lang="en-US" altLang="en-US" sz="2000" dirty="0" err="1">
                <a:solidFill>
                  <a:schemeClr val="tx1"/>
                </a:solidFill>
                <a:latin typeface="Arial" panose="020B0604020202020204" pitchFamily="34" charset="0"/>
                <a:cs typeface="Arial" panose="020B0604020202020204" pitchFamily="34" charset="0"/>
              </a:rPr>
              <a:t>à</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cách</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thức</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tổ</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chức</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và</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trình</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tự</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thành</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lập</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các</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cơ</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quan</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tối</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cao</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của</a:t>
            </a:r>
            <a:r>
              <a:rPr lang="en-US" altLang="en-US" sz="2000" dirty="0">
                <a:solidFill>
                  <a:schemeClr val="tx1"/>
                </a:solidFill>
                <a:latin typeface="Arial" panose="020B0604020202020204" pitchFamily="34" charset="0"/>
                <a:cs typeface="Arial" panose="020B0604020202020204" pitchFamily="34" charset="0"/>
              </a:rPr>
              <a:t> NN </a:t>
            </a:r>
            <a:r>
              <a:rPr lang="en-US" altLang="en-US" sz="2000" dirty="0" err="1">
                <a:solidFill>
                  <a:schemeClr val="tx1"/>
                </a:solidFill>
                <a:latin typeface="Arial" panose="020B0604020202020204" pitchFamily="34" charset="0"/>
                <a:cs typeface="Arial" panose="020B0604020202020204" pitchFamily="34" charset="0"/>
              </a:rPr>
              <a:t>cùng</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với</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mối</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quan</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hệ</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giữa</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các</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cơ</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quan</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ấy</a:t>
            </a:r>
            <a:endParaRPr lang="en-US" altLang="en-US" sz="2000" dirty="0">
              <a:solidFill>
                <a:schemeClr val="tx1"/>
              </a:solidFill>
              <a:latin typeface="Arial" panose="020B0604020202020204" pitchFamily="34" charset="0"/>
              <a:cs typeface="Arial" panose="020B0604020202020204" pitchFamily="34" charset="0"/>
            </a:endParaRPr>
          </a:p>
        </p:txBody>
      </p:sp>
      <p:graphicFrame>
        <p:nvGraphicFramePr>
          <p:cNvPr id="15" name="Table 2">
            <a:extLst>
              <a:ext uri="{FF2B5EF4-FFF2-40B4-BE49-F238E27FC236}">
                <a16:creationId xmlns:a16="http://schemas.microsoft.com/office/drawing/2014/main" id="{745B10A8-53CB-40A3-831E-4B8946C510F0}"/>
              </a:ext>
            </a:extLst>
          </p:cNvPr>
          <p:cNvGraphicFramePr>
            <a:graphicFrameLocks noGrp="1"/>
          </p:cNvGraphicFramePr>
          <p:nvPr>
            <p:extLst>
              <p:ext uri="{D42A27DB-BD31-4B8C-83A1-F6EECF244321}">
                <p14:modId xmlns:p14="http://schemas.microsoft.com/office/powerpoint/2010/main" val="2214109729"/>
              </p:ext>
            </p:extLst>
          </p:nvPr>
        </p:nvGraphicFramePr>
        <p:xfrm>
          <a:off x="1315243" y="3429000"/>
          <a:ext cx="6916738" cy="3157538"/>
        </p:xfrm>
        <a:graphic>
          <a:graphicData uri="http://schemas.openxmlformats.org/drawingml/2006/table">
            <a:tbl>
              <a:tblPr firstRow="1" bandRow="1">
                <a:tableStyleId>{5C22544A-7EE6-4342-B048-85BDC9FD1C3A}</a:tableStyleId>
              </a:tblPr>
              <a:tblGrid>
                <a:gridCol w="3458369">
                  <a:extLst>
                    <a:ext uri="{9D8B030D-6E8A-4147-A177-3AD203B41FA5}">
                      <a16:colId xmlns:a16="http://schemas.microsoft.com/office/drawing/2014/main" val="20000"/>
                    </a:ext>
                  </a:extLst>
                </a:gridCol>
                <a:gridCol w="3458369">
                  <a:extLst>
                    <a:ext uri="{9D8B030D-6E8A-4147-A177-3AD203B41FA5}">
                      <a16:colId xmlns:a16="http://schemas.microsoft.com/office/drawing/2014/main" val="20001"/>
                    </a:ext>
                  </a:extLst>
                </a:gridCol>
              </a:tblGrid>
              <a:tr h="533435">
                <a:tc>
                  <a:txBody>
                    <a:bodyPr/>
                    <a:lstStyle/>
                    <a:p>
                      <a:pPr algn="ct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endParaRPr lang="en-US" sz="2000" dirty="0">
                        <a:latin typeface="Arial" panose="020B0604020202020204" pitchFamily="34" charset="0"/>
                        <a:cs typeface="Arial" panose="020B0604020202020204" pitchFamily="34" charset="0"/>
                      </a:endParaRPr>
                    </a:p>
                  </a:txBody>
                  <a:tcPr marL="91447" marR="91447" marT="45723" marB="45723"/>
                </a:tc>
                <a:tc>
                  <a:txBody>
                    <a:bodyPr/>
                    <a:lstStyle/>
                    <a:p>
                      <a:pPr algn="ct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hòa</a:t>
                      </a:r>
                      <a:endParaRPr lang="en-US" sz="2000" dirty="0">
                        <a:latin typeface="Arial" panose="020B0604020202020204" pitchFamily="34" charset="0"/>
                        <a:cs typeface="Arial" panose="020B0604020202020204" pitchFamily="34" charset="0"/>
                      </a:endParaRPr>
                    </a:p>
                  </a:txBody>
                  <a:tcPr marL="91447" marR="91447" marT="45723" marB="45723"/>
                </a:tc>
                <a:extLst>
                  <a:ext uri="{0D108BD9-81ED-4DB2-BD59-A6C34878D82A}">
                    <a16:rowId xmlns:a16="http://schemas.microsoft.com/office/drawing/2014/main" val="10000"/>
                  </a:ext>
                </a:extLst>
              </a:tr>
              <a:tr h="2624103">
                <a:tc>
                  <a:txBody>
                    <a:bodyPr/>
                    <a:lstStyle/>
                    <a:p>
                      <a:pPr marL="342900" indent="-342900" algn="l">
                        <a:buFont typeface="Arial" panose="020B0604020202020204" pitchFamily="34" charset="0"/>
                        <a:buChar char="•"/>
                      </a:pPr>
                      <a:r>
                        <a:rPr lang="vi-VN" sz="2000" dirty="0">
                          <a:latin typeface="Arial" panose="020B0604020202020204" pitchFamily="34" charset="0"/>
                          <a:cs typeface="Arial" panose="020B0604020202020204" pitchFamily="34" charset="0"/>
                        </a:rPr>
                        <a:t>Quyền lực NN tập trung toàn bộ hay một phần trong tay người đứng đầu NN và được chuyển giao theo nguyên tắc thừa kế.</a:t>
                      </a:r>
                      <a:endParaRPr lang="en-US" sz="2000" dirty="0">
                        <a:latin typeface="Arial" panose="020B0604020202020204" pitchFamily="34" charset="0"/>
                        <a:cs typeface="Arial" panose="020B0604020202020204" pitchFamily="34" charset="0"/>
                      </a:endParaRPr>
                    </a:p>
                    <a:p>
                      <a:pPr marL="342900" indent="-342900" algn="l">
                        <a:spcBef>
                          <a:spcPts val="600"/>
                        </a:spcBef>
                        <a:buFont typeface="Arial" panose="020B0604020202020204" pitchFamily="34" charset="0"/>
                        <a:buChar char="•"/>
                      </a:pP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2 </a:t>
                      </a:r>
                      <a:r>
                        <a:rPr lang="en-US" sz="2000" dirty="0" err="1">
                          <a:latin typeface="Arial" panose="020B0604020202020204" pitchFamily="34" charset="0"/>
                          <a:cs typeface="Arial" panose="020B0604020202020204" pitchFamily="34" charset="0"/>
                        </a:rPr>
                        <a:t>loại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chế</a:t>
                      </a:r>
                      <a:endParaRPr lang="vi-VN" sz="2000" dirty="0">
                        <a:latin typeface="Arial" panose="020B0604020202020204" pitchFamily="34" charset="0"/>
                        <a:cs typeface="Arial" panose="020B0604020202020204" pitchFamily="34" charset="0"/>
                      </a:endParaRPr>
                    </a:p>
                    <a:p>
                      <a:pPr algn="l"/>
                      <a:endParaRPr lang="en-US" sz="2000" dirty="0">
                        <a:latin typeface="Arial" panose="020B0604020202020204" pitchFamily="34" charset="0"/>
                        <a:cs typeface="Arial" panose="020B0604020202020204" pitchFamily="34" charset="0"/>
                      </a:endParaRPr>
                    </a:p>
                  </a:txBody>
                  <a:tcPr marL="91447" marR="91447" marT="45723" marB="45723"/>
                </a:tc>
                <a:tc>
                  <a:txBody>
                    <a:bodyPr/>
                    <a:lstStyle/>
                    <a:p>
                      <a:pPr marL="342900" indent="-342900" algn="l">
                        <a:buFont typeface="Arial" panose="020B0604020202020204" pitchFamily="34" charset="0"/>
                        <a:buChar char="•"/>
                      </a:pPr>
                      <a:r>
                        <a:rPr lang="vi-VN" sz="2000" dirty="0">
                          <a:latin typeface="Arial" panose="020B0604020202020204" pitchFamily="34" charset="0"/>
                          <a:cs typeface="Arial" panose="020B0604020202020204" pitchFamily="34" charset="0"/>
                        </a:rPr>
                        <a:t>Quyền lực tối cao của NN thuộc về một cơ quan cấp cao do dân bầu ra theo nhiệm kỳ</a:t>
                      </a:r>
                      <a:r>
                        <a:rPr lang="en-US" sz="2000" dirty="0">
                          <a:latin typeface="Arial" panose="020B0604020202020204" pitchFamily="34" charset="0"/>
                          <a:cs typeface="Arial" panose="020B0604020202020204" pitchFamily="34" charset="0"/>
                        </a:rPr>
                        <a:t>.</a:t>
                      </a:r>
                    </a:p>
                    <a:p>
                      <a:pPr marL="342900" indent="-342900" algn="l">
                        <a:buFont typeface="Arial" panose="020B0604020202020204" pitchFamily="34" charset="0"/>
                        <a:buChar char="•"/>
                      </a:pPr>
                      <a:r>
                        <a:rPr lang="vi-VN" sz="2000" dirty="0">
                          <a:latin typeface="Arial" panose="020B0604020202020204" pitchFamily="34" charset="0"/>
                          <a:cs typeface="Arial" panose="020B0604020202020204" pitchFamily="34" charset="0"/>
                        </a:rPr>
                        <a:t>Có 2 dạng chính: Cộng hoà quý tộc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Cộng hoà dân chủ. </a:t>
                      </a:r>
                      <a:endParaRPr lang="en-US" sz="2000" dirty="0">
                        <a:latin typeface="Arial" panose="020B0604020202020204" pitchFamily="34" charset="0"/>
                        <a:cs typeface="Arial" panose="020B0604020202020204" pitchFamily="34" charset="0"/>
                      </a:endParaRPr>
                    </a:p>
                  </a:txBody>
                  <a:tcPr marL="91447" marR="91447" marT="45723" marB="45723"/>
                </a:tc>
                <a:extLst>
                  <a:ext uri="{0D108BD9-81ED-4DB2-BD59-A6C34878D82A}">
                    <a16:rowId xmlns:a16="http://schemas.microsoft.com/office/drawing/2014/main" val="10001"/>
                  </a:ext>
                </a:extLst>
              </a:tr>
            </a:tbl>
          </a:graphicData>
        </a:graphic>
      </p:graphicFrame>
      <p:sp>
        <p:nvSpPr>
          <p:cNvPr id="10" name="Rectangle 2">
            <a:extLst>
              <a:ext uri="{FF2B5EF4-FFF2-40B4-BE49-F238E27FC236}">
                <a16:creationId xmlns:a16="http://schemas.microsoft.com/office/drawing/2014/main" id="{6F7F5AF6-7949-402B-BE88-64BDAD3F1E61}"/>
              </a:ext>
            </a:extLst>
          </p:cNvPr>
          <p:cNvSpPr txBox="1">
            <a:spLocks noRot="1" noChangeArrowheads="1"/>
          </p:cNvSpPr>
          <p:nvPr/>
        </p:nvSpPr>
        <p:spPr bwMode="auto">
          <a:xfrm>
            <a:off x="244642" y="914401"/>
            <a:ext cx="7772400" cy="863601"/>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a:solidFill>
                  <a:srgbClr val="C00000"/>
                </a:solidFill>
                <a:latin typeface="Arial" panose="020B0604020202020204" pitchFamily="34" charset="0"/>
                <a:cs typeface="Arial" panose="020B0604020202020204" pitchFamily="34" charset="0"/>
              </a:rPr>
              <a:t>V. KIỂU </a:t>
            </a:r>
            <a:r>
              <a:rPr lang="en-US" altLang="en-US" sz="2400" b="1" kern="0">
                <a:solidFill>
                  <a:srgbClr val="C00000"/>
                </a:solidFill>
                <a:latin typeface="Arial" panose="020B0604020202020204" pitchFamily="34" charset="0"/>
                <a:cs typeface="Arial" panose="020B0604020202020204" pitchFamily="34" charset="0"/>
              </a:rPr>
              <a:t>NHÀ NƯỚC </a:t>
            </a:r>
            <a:r>
              <a:rPr lang="vi-VN" altLang="en-US" sz="2400" b="1" kern="0">
                <a:solidFill>
                  <a:srgbClr val="C00000"/>
                </a:solidFill>
                <a:latin typeface="Arial" panose="020B0604020202020204" pitchFamily="34" charset="0"/>
                <a:cs typeface="Arial" panose="020B0604020202020204" pitchFamily="34" charset="0"/>
              </a:rPr>
              <a:t>VÀ HÌNH THỨC </a:t>
            </a:r>
            <a:r>
              <a:rPr lang="en-US" altLang="en-US" sz="2400" b="1" kern="0">
                <a:solidFill>
                  <a:srgbClr val="C00000"/>
                </a:solidFill>
                <a:latin typeface="Arial" panose="020B0604020202020204" pitchFamily="34" charset="0"/>
                <a:cs typeface="Arial" panose="020B0604020202020204" pitchFamily="34" charset="0"/>
              </a:rPr>
              <a:t>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01123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28E3EDE-F65C-42FB-B389-AEE5757B1EF7}"/>
              </a:ext>
            </a:extLst>
          </p:cNvPr>
          <p:cNvSpPr/>
          <p:nvPr/>
        </p:nvSpPr>
        <p:spPr>
          <a:xfrm>
            <a:off x="1087438" y="3200400"/>
            <a:ext cx="1143000" cy="1600200"/>
          </a:xfrm>
          <a:prstGeom prst="roundRect">
            <a:avLst/>
          </a:prstGeom>
        </p:spPr>
        <p:style>
          <a:lnRef idx="3">
            <a:schemeClr val="lt1"/>
          </a:lnRef>
          <a:fillRef idx="1">
            <a:schemeClr val="accent1"/>
          </a:fillRef>
          <a:effectRef idx="1">
            <a:schemeClr val="accent1"/>
          </a:effectRef>
          <a:fontRef idx="minor">
            <a:schemeClr val="lt1"/>
          </a:fontRef>
        </p:style>
        <p:txBody>
          <a:bodyPr anchor="ctr"/>
          <a:lstStyle/>
          <a:p>
            <a:pPr algn="ctr">
              <a:defRPr/>
            </a:pPr>
            <a:r>
              <a:rPr lang="en-US" sz="2000" b="1" dirty="0">
                <a:latin typeface="Calibri" panose="020F0502020204030204" pitchFamily="34" charset="0"/>
                <a:cs typeface="Calibri" panose="020F0502020204030204" pitchFamily="34" charset="0"/>
              </a:rPr>
              <a:t>CHÍNH THỂ QUÂN CHỦ</a:t>
            </a:r>
          </a:p>
        </p:txBody>
      </p:sp>
      <p:sp>
        <p:nvSpPr>
          <p:cNvPr id="6" name="Rectangle: Rounded Corners 5">
            <a:extLst>
              <a:ext uri="{FF2B5EF4-FFF2-40B4-BE49-F238E27FC236}">
                <a16:creationId xmlns:a16="http://schemas.microsoft.com/office/drawing/2014/main" id="{DDB5D92C-BFA3-4E2B-8DB1-8462BE0428E8}"/>
              </a:ext>
            </a:extLst>
          </p:cNvPr>
          <p:cNvSpPr/>
          <p:nvPr/>
        </p:nvSpPr>
        <p:spPr>
          <a:xfrm>
            <a:off x="2667000" y="1828800"/>
            <a:ext cx="1143000" cy="1600200"/>
          </a:xfrm>
          <a:prstGeom prst="roundRect">
            <a:avLst/>
          </a:prstGeom>
          <a:solidFill>
            <a:srgbClr val="92D050"/>
          </a:solidFill>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1800" b="1" dirty="0">
                <a:latin typeface="Times New Roman" panose="02020603050405020304" pitchFamily="18" charset="0"/>
                <a:cs typeface="Times New Roman" panose="02020603050405020304" pitchFamily="18" charset="0"/>
              </a:rPr>
              <a:t>QUÂN CHỦ TUYỆT ĐỐI</a:t>
            </a:r>
          </a:p>
        </p:txBody>
      </p:sp>
      <p:sp>
        <p:nvSpPr>
          <p:cNvPr id="7" name="Rectangle: Rounded Corners 6">
            <a:extLst>
              <a:ext uri="{FF2B5EF4-FFF2-40B4-BE49-F238E27FC236}">
                <a16:creationId xmlns:a16="http://schemas.microsoft.com/office/drawing/2014/main" id="{B76D8F8B-6052-4BA8-9A26-9F985A147F5D}"/>
              </a:ext>
            </a:extLst>
          </p:cNvPr>
          <p:cNvSpPr/>
          <p:nvPr/>
        </p:nvSpPr>
        <p:spPr>
          <a:xfrm>
            <a:off x="2667000" y="3886200"/>
            <a:ext cx="1143000" cy="1600200"/>
          </a:xfrm>
          <a:prstGeom prst="roundRect">
            <a:avLst/>
          </a:prstGeom>
          <a:solidFill>
            <a:srgbClr val="FFCC99"/>
          </a:solidFill>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1800" b="1" dirty="0">
                <a:latin typeface="Times New Roman" panose="02020603050405020304" pitchFamily="18" charset="0"/>
                <a:cs typeface="Times New Roman" panose="02020603050405020304" pitchFamily="18" charset="0"/>
              </a:rPr>
              <a:t>QUÂN CHỦ HẠN CHẾ</a:t>
            </a:r>
          </a:p>
        </p:txBody>
      </p:sp>
      <p:sp>
        <p:nvSpPr>
          <p:cNvPr id="8" name="Rectangle: Rounded Corners 7">
            <a:extLst>
              <a:ext uri="{FF2B5EF4-FFF2-40B4-BE49-F238E27FC236}">
                <a16:creationId xmlns:a16="http://schemas.microsoft.com/office/drawing/2014/main" id="{665F5E71-A854-4907-8859-993810DDF9B2}"/>
              </a:ext>
            </a:extLst>
          </p:cNvPr>
          <p:cNvSpPr/>
          <p:nvPr/>
        </p:nvSpPr>
        <p:spPr>
          <a:xfrm>
            <a:off x="4876800" y="1943100"/>
            <a:ext cx="3581400" cy="1371600"/>
          </a:xfrm>
          <a:prstGeom prst="roundRect">
            <a:avLst/>
          </a:prstGeom>
          <a:solidFill>
            <a:srgbClr val="92D050"/>
          </a:solidFill>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dirty="0">
                <a:latin typeface="Calibri" panose="020F0502020204030204" pitchFamily="34" charset="0"/>
                <a:cs typeface="Calibri" panose="020F0502020204030204" pitchFamily="34" charset="0"/>
              </a:rPr>
              <a:t>Q</a:t>
            </a:r>
            <a:r>
              <a:rPr lang="vi-VN" sz="2000" dirty="0">
                <a:latin typeface="Calibri" panose="020F0502020204030204" pitchFamily="34" charset="0"/>
                <a:cs typeface="Calibri" panose="020F0502020204030204" pitchFamily="34" charset="0"/>
              </a:rPr>
              <a:t>uyền lực nhà nước được tập trung hết vào người đứng đầu thông thường là vua, hoàng đế;​</a:t>
            </a:r>
            <a:endParaRPr lang="en-US" sz="20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F4B0F2D9-BF3A-4C7C-A01E-5FE08A7BB61B}"/>
              </a:ext>
            </a:extLst>
          </p:cNvPr>
          <p:cNvSpPr/>
          <p:nvPr/>
        </p:nvSpPr>
        <p:spPr>
          <a:xfrm>
            <a:off x="4848225" y="3700463"/>
            <a:ext cx="3838575" cy="2243137"/>
          </a:xfrm>
          <a:prstGeom prst="roundRect">
            <a:avLst/>
          </a:prstGeom>
          <a:solidFill>
            <a:srgbClr val="FFCC99"/>
          </a:solidFill>
        </p:spPr>
        <p:style>
          <a:lnRef idx="1">
            <a:schemeClr val="accent2"/>
          </a:lnRef>
          <a:fillRef idx="2">
            <a:schemeClr val="accent2"/>
          </a:fillRef>
          <a:effectRef idx="1">
            <a:schemeClr val="accent2"/>
          </a:effectRef>
          <a:fontRef idx="minor">
            <a:schemeClr val="dk1"/>
          </a:fontRef>
        </p:style>
        <p:txBody>
          <a:bodyPr anchor="ctr"/>
          <a:lstStyle/>
          <a:p>
            <a:pPr algn="just">
              <a:defRPr/>
            </a:pPr>
            <a:r>
              <a:rPr lang="en-US" sz="1800" dirty="0">
                <a:latin typeface="Calibri" panose="020F0502020204030204" pitchFamily="34" charset="0"/>
                <a:cs typeface="Calibri" panose="020F0502020204030204" pitchFamily="34" charset="0"/>
              </a:rPr>
              <a:t>B</a:t>
            </a:r>
            <a:r>
              <a:rPr lang="vi-VN" sz="1800" dirty="0">
                <a:latin typeface="Calibri" panose="020F0502020204030204" pitchFamily="34" charset="0"/>
                <a:cs typeface="Calibri" panose="020F0502020204030204" pitchFamily="34" charset="0"/>
              </a:rPr>
              <a:t>ên cạnh hoàng đế, quyền lực nhà nước còn được chia cho một cơ quan khác. Chính thể này có các dạng điển hình như quân chủ nhị hợp, quân chủ đại nghị (nghị viện),…</a:t>
            </a:r>
            <a:endParaRPr lang="en-US" sz="1800" dirty="0">
              <a:latin typeface="Calibri" panose="020F0502020204030204" pitchFamily="34" charset="0"/>
              <a:cs typeface="Calibri" panose="020F0502020204030204" pitchFamily="34" charset="0"/>
            </a:endParaRPr>
          </a:p>
          <a:p>
            <a:pPr marL="285750" indent="-285750" algn="just">
              <a:buFontTx/>
              <a:buChar char="-"/>
              <a:defRPr/>
            </a:pPr>
            <a:r>
              <a:rPr lang="en-US" sz="1800" dirty="0" err="1">
                <a:latin typeface="Calibri" panose="020F0502020204030204" pitchFamily="34" charset="0"/>
                <a:cs typeface="Calibri" panose="020F0502020204030204" pitchFamily="34" charset="0"/>
              </a:rPr>
              <a:t>Quân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chủ</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nghị</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hợp</a:t>
            </a:r>
            <a:endParaRPr lang="en-US" sz="1800" dirty="0">
              <a:latin typeface="Calibri" panose="020F0502020204030204" pitchFamily="34" charset="0"/>
              <a:cs typeface="Calibri" panose="020F0502020204030204" pitchFamily="34" charset="0"/>
            </a:endParaRPr>
          </a:p>
          <a:p>
            <a:pPr marL="285750" indent="-285750" algn="just">
              <a:buFontTx/>
              <a:buChar char="-"/>
              <a:defRPr/>
            </a:pPr>
            <a:r>
              <a:rPr lang="en-US" sz="1800" dirty="0" err="1">
                <a:latin typeface="Calibri" panose="020F0502020204030204" pitchFamily="34" charset="0"/>
                <a:cs typeface="Calibri" panose="020F0502020204030204" pitchFamily="34" charset="0"/>
              </a:rPr>
              <a:t>Quân</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chủ</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đại</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viện</a:t>
            </a:r>
            <a:r>
              <a:rPr lang="vi-VN" sz="1800" dirty="0">
                <a:latin typeface="Calibri" panose="020F0502020204030204" pitchFamily="34" charset="0"/>
                <a:cs typeface="Calibri" panose="020F0502020204030204" pitchFamily="34" charset="0"/>
              </a:rPr>
              <a:t>​</a:t>
            </a:r>
            <a:endParaRPr lang="en-US" sz="1800" dirty="0">
              <a:latin typeface="Calibri" panose="020F0502020204030204" pitchFamily="34" charset="0"/>
              <a:cs typeface="Calibri" panose="020F0502020204030204" pitchFamily="34" charset="0"/>
            </a:endParaRPr>
          </a:p>
        </p:txBody>
      </p:sp>
      <p:cxnSp>
        <p:nvCxnSpPr>
          <p:cNvPr id="5" name="Straight Arrow Connector 4">
            <a:extLst>
              <a:ext uri="{FF2B5EF4-FFF2-40B4-BE49-F238E27FC236}">
                <a16:creationId xmlns:a16="http://schemas.microsoft.com/office/drawing/2014/main" id="{23757C44-5128-43C5-B82E-D07621F65404}"/>
              </a:ext>
            </a:extLst>
          </p:cNvPr>
          <p:cNvCxnSpPr/>
          <p:nvPr/>
        </p:nvCxnSpPr>
        <p:spPr>
          <a:xfrm flipV="1">
            <a:off x="2230438" y="2667000"/>
            <a:ext cx="436562" cy="1219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A4D0375-E552-48B8-8543-5CFB18DAD0B5}"/>
              </a:ext>
            </a:extLst>
          </p:cNvPr>
          <p:cNvCxnSpPr/>
          <p:nvPr/>
        </p:nvCxnSpPr>
        <p:spPr>
          <a:xfrm>
            <a:off x="2230438" y="3886200"/>
            <a:ext cx="436562"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C6AB006-E655-4945-9B4A-2E2260078D90}"/>
              </a:ext>
            </a:extLst>
          </p:cNvPr>
          <p:cNvCxnSpPr>
            <a:stCxn id="6" idx="3"/>
            <a:endCxn id="8" idx="1"/>
          </p:cNvCxnSpPr>
          <p:nvPr/>
        </p:nvCxnSpPr>
        <p:spPr>
          <a:xfrm>
            <a:off x="3810000" y="2628900"/>
            <a:ext cx="1066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35E18E7-7DA6-459F-8584-707ADFA12B63}"/>
              </a:ext>
            </a:extLst>
          </p:cNvPr>
          <p:cNvCxnSpPr/>
          <p:nvPr/>
        </p:nvCxnSpPr>
        <p:spPr>
          <a:xfrm>
            <a:off x="3810000" y="4800600"/>
            <a:ext cx="10382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2">
            <a:extLst>
              <a:ext uri="{FF2B5EF4-FFF2-40B4-BE49-F238E27FC236}">
                <a16:creationId xmlns:a16="http://schemas.microsoft.com/office/drawing/2014/main" id="{225A6084-BF96-4DFF-A6B4-51F8D29EF730}"/>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17" name="Rectangle 2">
            <a:extLst>
              <a:ext uri="{FF2B5EF4-FFF2-40B4-BE49-F238E27FC236}">
                <a16:creationId xmlns:a16="http://schemas.microsoft.com/office/drawing/2014/main" id="{FFDE3135-60AA-4016-86B6-192122526319}"/>
              </a:ext>
            </a:extLst>
          </p:cNvPr>
          <p:cNvSpPr>
            <a:spLocks noGrp="1" noRot="1" noChangeArrowheads="1"/>
          </p:cNvSpPr>
          <p:nvPr>
            <p:ph type="title"/>
          </p:nvPr>
        </p:nvSpPr>
        <p:spPr>
          <a:xfrm>
            <a:off x="244642" y="914401"/>
            <a:ext cx="7772400" cy="863601"/>
          </a:xfrm>
        </p:spPr>
        <p:txBody>
          <a:bodyPr/>
          <a:lstStyle/>
          <a:p>
            <a:pPr eaLnBrk="1" hangingPunct="1"/>
            <a:r>
              <a:rPr lang="vi-VN" altLang="en-US" sz="2400" b="1" dirty="0">
                <a:solidFill>
                  <a:srgbClr val="C00000"/>
                </a:solidFill>
                <a:latin typeface="Arial" panose="020B0604020202020204" pitchFamily="34" charset="0"/>
                <a:cs typeface="Arial" panose="020B0604020202020204" pitchFamily="34" charset="0"/>
              </a:rPr>
              <a:t>V. KIỂU </a:t>
            </a:r>
            <a:r>
              <a:rPr lang="en-US" altLang="en-US" sz="2400" b="1" dirty="0">
                <a:solidFill>
                  <a:srgbClr val="C00000"/>
                </a:solidFill>
                <a:latin typeface="Arial" panose="020B0604020202020204" pitchFamily="34" charset="0"/>
                <a:cs typeface="Arial" panose="020B0604020202020204" pitchFamily="34" charset="0"/>
              </a:rPr>
              <a:t>NHÀ NƯỚC </a:t>
            </a:r>
            <a:r>
              <a:rPr lang="vi-VN" altLang="en-US" sz="2400" b="1" dirty="0">
                <a:solidFill>
                  <a:srgbClr val="C00000"/>
                </a:solidFill>
                <a:latin typeface="Arial" panose="020B0604020202020204" pitchFamily="34" charset="0"/>
                <a:cs typeface="Arial" panose="020B0604020202020204" pitchFamily="34" charset="0"/>
              </a:rPr>
              <a:t>VÀ HÌNH THỨC </a:t>
            </a:r>
            <a:r>
              <a:rPr lang="en-US" altLang="en-US" sz="2400" b="1" dirty="0">
                <a:solidFill>
                  <a:srgbClr val="C00000"/>
                </a:solidFill>
                <a:latin typeface="Arial" panose="020B0604020202020204" pitchFamily="34" charset="0"/>
                <a:cs typeface="Arial" panose="020B0604020202020204" pitchFamily="34" charset="0"/>
              </a:rPr>
              <a:t>NHÀ NƯỚC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41058FC-625E-4599-B22B-A1EB216E717E}"/>
              </a:ext>
            </a:extLst>
          </p:cNvPr>
          <p:cNvSpPr/>
          <p:nvPr/>
        </p:nvSpPr>
        <p:spPr>
          <a:xfrm>
            <a:off x="1087438" y="3200400"/>
            <a:ext cx="1143000" cy="1600200"/>
          </a:xfrm>
          <a:prstGeom prst="roundRect">
            <a:avLst/>
          </a:prstGeom>
        </p:spPr>
        <p:style>
          <a:lnRef idx="3">
            <a:schemeClr val="lt1"/>
          </a:lnRef>
          <a:fillRef idx="1">
            <a:schemeClr val="accent1"/>
          </a:fillRef>
          <a:effectRef idx="1">
            <a:schemeClr val="accent1"/>
          </a:effectRef>
          <a:fontRef idx="minor">
            <a:schemeClr val="lt1"/>
          </a:fontRef>
        </p:style>
        <p:txBody>
          <a:bodyPr anchor="ctr"/>
          <a:lstStyle/>
          <a:p>
            <a:pPr algn="ctr">
              <a:defRPr/>
            </a:pPr>
            <a:r>
              <a:rPr lang="en-US" sz="2000" b="1" dirty="0">
                <a:latin typeface="Calibri" panose="020F0502020204030204" pitchFamily="34" charset="0"/>
                <a:cs typeface="Calibri" panose="020F0502020204030204" pitchFamily="34" charset="0"/>
              </a:rPr>
              <a:t>CHÍNH THỂ CỘNG HÒA</a:t>
            </a:r>
          </a:p>
        </p:txBody>
      </p:sp>
      <p:sp>
        <p:nvSpPr>
          <p:cNvPr id="6" name="Rectangle: Rounded Corners 5">
            <a:extLst>
              <a:ext uri="{FF2B5EF4-FFF2-40B4-BE49-F238E27FC236}">
                <a16:creationId xmlns:a16="http://schemas.microsoft.com/office/drawing/2014/main" id="{0A934CCE-11DA-4B5E-B513-348CD011935F}"/>
              </a:ext>
            </a:extLst>
          </p:cNvPr>
          <p:cNvSpPr/>
          <p:nvPr/>
        </p:nvSpPr>
        <p:spPr>
          <a:xfrm>
            <a:off x="2667000" y="1828800"/>
            <a:ext cx="1143000" cy="1600200"/>
          </a:xfrm>
          <a:prstGeom prst="roundRect">
            <a:avLst/>
          </a:prstGeom>
          <a:solidFill>
            <a:srgbClr val="FFCC99"/>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000" b="1" dirty="0">
                <a:latin typeface="Calibri" panose="020F0502020204030204" pitchFamily="34" charset="0"/>
                <a:cs typeface="Calibri" panose="020F0502020204030204" pitchFamily="34" charset="0"/>
              </a:rPr>
              <a:t>CỘNG HÒA QUÝ TỘC</a:t>
            </a:r>
          </a:p>
        </p:txBody>
      </p:sp>
      <p:sp>
        <p:nvSpPr>
          <p:cNvPr id="7" name="Rectangle: Rounded Corners 6">
            <a:extLst>
              <a:ext uri="{FF2B5EF4-FFF2-40B4-BE49-F238E27FC236}">
                <a16:creationId xmlns:a16="http://schemas.microsoft.com/office/drawing/2014/main" id="{2E9C0074-892F-45AE-937B-9AC5F13558A9}"/>
              </a:ext>
            </a:extLst>
          </p:cNvPr>
          <p:cNvSpPr/>
          <p:nvPr/>
        </p:nvSpPr>
        <p:spPr>
          <a:xfrm>
            <a:off x="2667000" y="3886200"/>
            <a:ext cx="1143000" cy="1600200"/>
          </a:xfrm>
          <a:prstGeom prst="roundRect">
            <a:avLst/>
          </a:prstGeom>
          <a:solidFill>
            <a:srgbClr val="92D050"/>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000" b="1" dirty="0">
                <a:latin typeface="Calibri" panose="020F0502020204030204" pitchFamily="34" charset="0"/>
                <a:cs typeface="Calibri" panose="020F0502020204030204" pitchFamily="34" charset="0"/>
              </a:rPr>
              <a:t>CỘNG HÒA DÂN CHỦ</a:t>
            </a:r>
          </a:p>
        </p:txBody>
      </p:sp>
      <p:sp>
        <p:nvSpPr>
          <p:cNvPr id="8" name="Rectangle: Rounded Corners 7">
            <a:extLst>
              <a:ext uri="{FF2B5EF4-FFF2-40B4-BE49-F238E27FC236}">
                <a16:creationId xmlns:a16="http://schemas.microsoft.com/office/drawing/2014/main" id="{7639774F-113D-49BA-B141-508D89DE4362}"/>
              </a:ext>
            </a:extLst>
          </p:cNvPr>
          <p:cNvSpPr/>
          <p:nvPr/>
        </p:nvSpPr>
        <p:spPr>
          <a:xfrm>
            <a:off x="4876800" y="1943100"/>
            <a:ext cx="3581400" cy="1371600"/>
          </a:xfrm>
          <a:prstGeom prst="roundRect">
            <a:avLst/>
          </a:prstGeom>
          <a:solidFill>
            <a:srgbClr val="FFCC99"/>
          </a:solidFill>
        </p:spPr>
        <p:style>
          <a:lnRef idx="1">
            <a:schemeClr val="accent5"/>
          </a:lnRef>
          <a:fillRef idx="2">
            <a:schemeClr val="accent5"/>
          </a:fillRef>
          <a:effectRef idx="1">
            <a:schemeClr val="accent5"/>
          </a:effectRef>
          <a:fontRef idx="minor">
            <a:schemeClr val="dk1"/>
          </a:fontRef>
        </p:style>
        <p:txBody>
          <a:bodyPr anchor="ctr"/>
          <a:lstStyle/>
          <a:p>
            <a:pPr algn="just">
              <a:defRPr/>
            </a:pPr>
            <a:r>
              <a:rPr lang="en-US" sz="2000" dirty="0">
                <a:latin typeface="Calibri" panose="020F0502020204030204" pitchFamily="34" charset="0"/>
                <a:cs typeface="Calibri" panose="020F0502020204030204" pitchFamily="34" charset="0"/>
              </a:rPr>
              <a:t>L</a:t>
            </a:r>
            <a:r>
              <a:rPr lang="vi-VN" sz="2000" dirty="0">
                <a:latin typeface="Calibri" panose="020F0502020204030204" pitchFamily="34" charset="0"/>
                <a:cs typeface="Calibri" panose="020F0502020204030204" pitchFamily="34" charset="0"/>
              </a:rPr>
              <a:t>à hình thức mà cơ quan đại diện được bầu ra bởi tầng lớp quý tộc.​</a:t>
            </a:r>
            <a:endParaRPr lang="en-US" sz="20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22420F5C-2FA5-4901-A85E-5A34D46E8B37}"/>
              </a:ext>
            </a:extLst>
          </p:cNvPr>
          <p:cNvSpPr/>
          <p:nvPr/>
        </p:nvSpPr>
        <p:spPr>
          <a:xfrm>
            <a:off x="4848225" y="3700463"/>
            <a:ext cx="3838575" cy="2624137"/>
          </a:xfrm>
          <a:prstGeom prst="roundRect">
            <a:avLst/>
          </a:prstGeom>
          <a:solidFill>
            <a:srgbClr val="92D050"/>
          </a:solidFill>
        </p:spPr>
        <p:style>
          <a:lnRef idx="1">
            <a:schemeClr val="accent5"/>
          </a:lnRef>
          <a:fillRef idx="2">
            <a:schemeClr val="accent5"/>
          </a:fillRef>
          <a:effectRef idx="1">
            <a:schemeClr val="accent5"/>
          </a:effectRef>
          <a:fontRef idx="minor">
            <a:schemeClr val="dk1"/>
          </a:fontRef>
        </p:style>
        <p:txBody>
          <a:bodyPr anchor="ctr"/>
          <a:lstStyle/>
          <a:p>
            <a:pPr algn="just">
              <a:defRPr/>
            </a:pPr>
            <a:r>
              <a:rPr lang="en-US" sz="2000" dirty="0" err="1">
                <a:latin typeface="Calibri" panose="020F0502020204030204" pitchFamily="34" charset="0"/>
                <a:cs typeface="Calibri" panose="020F0502020204030204" pitchFamily="34" charset="0"/>
              </a:rPr>
              <a:t>Là</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hình</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thức</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mà</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quyền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bầu</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cử</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thuộc</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về</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mọi</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công</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dân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có</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đủ</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các</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điều</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kiện</a:t>
            </a:r>
            <a:r>
              <a:rPr lang="en-US" sz="2000" dirty="0">
                <a:latin typeface="Calibri" panose="020F0502020204030204" pitchFamily="34" charset="0"/>
                <a:cs typeface="Calibri" panose="020F0502020204030204" pitchFamily="34" charset="0"/>
              </a:rPr>
              <a:t> do </a:t>
            </a:r>
            <a:r>
              <a:rPr lang="en-US" sz="2000" dirty="0" err="1">
                <a:latin typeface="Calibri" panose="020F0502020204030204" pitchFamily="34" charset="0"/>
                <a:cs typeface="Calibri" panose="020F0502020204030204" pitchFamily="34" charset="0"/>
              </a:rPr>
              <a:t>pháp</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luật</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quy</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định</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Hình</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thức</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chính</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thể</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cộng</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hòa</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có</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các</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biến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dạng</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sau</a:t>
            </a:r>
            <a:r>
              <a:rPr lang="en-US" sz="2000"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cộng</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hòa</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tổng</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thống</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cộng</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hòa</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đại</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nghị</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cộng</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hòa</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hỗn</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hợp</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cộng</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hòa</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dân</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chủ</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nhân</a:t>
            </a:r>
            <a:r>
              <a:rPr lang="en-US" sz="2000" i="1" dirty="0">
                <a:latin typeface="Calibri" panose="020F0502020204030204" pitchFamily="34" charset="0"/>
                <a:cs typeface="Calibri" panose="020F0502020204030204" pitchFamily="34" charset="0"/>
              </a:rPr>
              <a:t> </a:t>
            </a:r>
            <a:r>
              <a:rPr lang="en-US" sz="2000" i="1" dirty="0" err="1">
                <a:latin typeface="Calibri" panose="020F0502020204030204" pitchFamily="34" charset="0"/>
                <a:cs typeface="Calibri" panose="020F0502020204030204" pitchFamily="34" charset="0"/>
              </a:rPr>
              <a:t>dân</a:t>
            </a:r>
            <a:r>
              <a:rPr lang="en-US" sz="2000" i="1" dirty="0">
                <a:latin typeface="Calibri" panose="020F0502020204030204" pitchFamily="34" charset="0"/>
                <a:cs typeface="Calibri" panose="020F0502020204030204" pitchFamily="34" charset="0"/>
              </a:rPr>
              <a:t>.​</a:t>
            </a:r>
          </a:p>
        </p:txBody>
      </p:sp>
      <p:cxnSp>
        <p:nvCxnSpPr>
          <p:cNvPr id="5" name="Straight Arrow Connector 4">
            <a:extLst>
              <a:ext uri="{FF2B5EF4-FFF2-40B4-BE49-F238E27FC236}">
                <a16:creationId xmlns:a16="http://schemas.microsoft.com/office/drawing/2014/main" id="{FE7840FA-C61D-4A6B-BC7C-25DF1335570E}"/>
              </a:ext>
            </a:extLst>
          </p:cNvPr>
          <p:cNvCxnSpPr/>
          <p:nvPr/>
        </p:nvCxnSpPr>
        <p:spPr>
          <a:xfrm flipV="1">
            <a:off x="2230438" y="2667000"/>
            <a:ext cx="436562" cy="1219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40516A1-18D5-402A-9FFA-B4E5773B01CA}"/>
              </a:ext>
            </a:extLst>
          </p:cNvPr>
          <p:cNvCxnSpPr/>
          <p:nvPr/>
        </p:nvCxnSpPr>
        <p:spPr>
          <a:xfrm>
            <a:off x="2230438" y="3886200"/>
            <a:ext cx="436562"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B6B3130-C508-4787-8366-29F0090F5D67}"/>
              </a:ext>
            </a:extLst>
          </p:cNvPr>
          <p:cNvCxnSpPr>
            <a:stCxn id="6" idx="3"/>
            <a:endCxn id="8" idx="1"/>
          </p:cNvCxnSpPr>
          <p:nvPr/>
        </p:nvCxnSpPr>
        <p:spPr>
          <a:xfrm>
            <a:off x="3810000" y="2628900"/>
            <a:ext cx="1066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C1631C8-78FE-4D16-839B-D901F84585E9}"/>
              </a:ext>
            </a:extLst>
          </p:cNvPr>
          <p:cNvCxnSpPr/>
          <p:nvPr/>
        </p:nvCxnSpPr>
        <p:spPr>
          <a:xfrm>
            <a:off x="3810000" y="4800600"/>
            <a:ext cx="10382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2">
            <a:extLst>
              <a:ext uri="{FF2B5EF4-FFF2-40B4-BE49-F238E27FC236}">
                <a16:creationId xmlns:a16="http://schemas.microsoft.com/office/drawing/2014/main" id="{3050AFDA-EAAF-40BA-B6F4-5C1E890C0659}"/>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17" name="Rectangle 2">
            <a:extLst>
              <a:ext uri="{FF2B5EF4-FFF2-40B4-BE49-F238E27FC236}">
                <a16:creationId xmlns:a16="http://schemas.microsoft.com/office/drawing/2014/main" id="{B08FCC44-B8B1-49DC-8216-B61A64AB43EA}"/>
              </a:ext>
            </a:extLst>
          </p:cNvPr>
          <p:cNvSpPr txBox="1">
            <a:spLocks noRot="1" noChangeArrowheads="1"/>
          </p:cNvSpPr>
          <p:nvPr/>
        </p:nvSpPr>
        <p:spPr bwMode="auto">
          <a:xfrm>
            <a:off x="244642" y="914401"/>
            <a:ext cx="7772400" cy="863601"/>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a:solidFill>
                  <a:srgbClr val="C00000"/>
                </a:solidFill>
                <a:latin typeface="Arial" panose="020B0604020202020204" pitchFamily="34" charset="0"/>
                <a:cs typeface="Arial" panose="020B0604020202020204" pitchFamily="34" charset="0"/>
              </a:rPr>
              <a:t>V. KIỂU </a:t>
            </a:r>
            <a:r>
              <a:rPr lang="en-US" altLang="en-US" sz="2400" b="1" kern="0">
                <a:solidFill>
                  <a:srgbClr val="C00000"/>
                </a:solidFill>
                <a:latin typeface="Arial" panose="020B0604020202020204" pitchFamily="34" charset="0"/>
                <a:cs typeface="Arial" panose="020B0604020202020204" pitchFamily="34" charset="0"/>
              </a:rPr>
              <a:t>NHÀ NƯỚC </a:t>
            </a:r>
            <a:r>
              <a:rPr lang="vi-VN" altLang="en-US" sz="2400" b="1" kern="0">
                <a:solidFill>
                  <a:srgbClr val="C00000"/>
                </a:solidFill>
                <a:latin typeface="Arial" panose="020B0604020202020204" pitchFamily="34" charset="0"/>
                <a:cs typeface="Arial" panose="020B0604020202020204" pitchFamily="34" charset="0"/>
              </a:rPr>
              <a:t>VÀ HÌNH THỨC </a:t>
            </a:r>
            <a:r>
              <a:rPr lang="en-US" altLang="en-US" sz="2400" b="1" kern="0">
                <a:solidFill>
                  <a:srgbClr val="C00000"/>
                </a:solidFill>
                <a:latin typeface="Arial" panose="020B0604020202020204" pitchFamily="34" charset="0"/>
                <a:cs typeface="Arial" panose="020B0604020202020204" pitchFamily="34" charset="0"/>
              </a:rPr>
              <a:t>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5942C49-1619-4529-BBD3-AB443CB5166B}"/>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6" name="Rectangle 2">
            <a:extLst>
              <a:ext uri="{FF2B5EF4-FFF2-40B4-BE49-F238E27FC236}">
                <a16:creationId xmlns:a16="http://schemas.microsoft.com/office/drawing/2014/main" id="{198A15AE-0D6B-4C94-A181-D910D64AEB2B}"/>
              </a:ext>
            </a:extLst>
          </p:cNvPr>
          <p:cNvSpPr txBox="1">
            <a:spLocks noRot="1" noChangeArrowheads="1"/>
          </p:cNvSpPr>
          <p:nvPr/>
        </p:nvSpPr>
        <p:spPr bwMode="auto">
          <a:xfrm>
            <a:off x="2133600" y="1778396"/>
            <a:ext cx="4572000" cy="64055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en-US" altLang="en-US" sz="2600" b="1" kern="0" dirty="0" err="1">
                <a:solidFill>
                  <a:srgbClr val="FF0066"/>
                </a:solidFill>
                <a:latin typeface="Arial" panose="020B0604020202020204" pitchFamily="34" charset="0"/>
                <a:cs typeface="Arial" panose="020B0604020202020204" pitchFamily="34" charset="0"/>
              </a:rPr>
              <a:t>Hình</a:t>
            </a:r>
            <a:r>
              <a:rPr lang="en-US" altLang="en-US" sz="2600" b="1" kern="0" dirty="0">
                <a:solidFill>
                  <a:srgbClr val="FF0066"/>
                </a:solidFill>
                <a:latin typeface="Arial" panose="020B0604020202020204" pitchFamily="34" charset="0"/>
                <a:cs typeface="Arial" panose="020B0604020202020204" pitchFamily="34" charset="0"/>
              </a:rPr>
              <a:t> </a:t>
            </a:r>
            <a:r>
              <a:rPr lang="en-US" altLang="en-US" sz="2600" b="1" kern="0" dirty="0" err="1">
                <a:solidFill>
                  <a:srgbClr val="FF0066"/>
                </a:solidFill>
                <a:latin typeface="Arial" panose="020B0604020202020204" pitchFamily="34" charset="0"/>
                <a:cs typeface="Arial" panose="020B0604020202020204" pitchFamily="34" charset="0"/>
              </a:rPr>
              <a:t>thức</a:t>
            </a:r>
            <a:r>
              <a:rPr lang="en-US" altLang="en-US" sz="2600" b="1" kern="0" dirty="0">
                <a:solidFill>
                  <a:srgbClr val="FF0066"/>
                </a:solidFill>
                <a:latin typeface="Arial" panose="020B0604020202020204" pitchFamily="34" charset="0"/>
                <a:cs typeface="Arial" panose="020B0604020202020204" pitchFamily="34" charset="0"/>
              </a:rPr>
              <a:t> </a:t>
            </a:r>
            <a:r>
              <a:rPr lang="en-US" altLang="en-US" sz="2600" b="1" kern="0" dirty="0" err="1">
                <a:solidFill>
                  <a:srgbClr val="FF0066"/>
                </a:solidFill>
                <a:latin typeface="Arial" panose="020B0604020202020204" pitchFamily="34" charset="0"/>
                <a:cs typeface="Arial" panose="020B0604020202020204" pitchFamily="34" charset="0"/>
              </a:rPr>
              <a:t>cấu</a:t>
            </a:r>
            <a:r>
              <a:rPr lang="en-US" altLang="en-US" sz="2600" b="1" kern="0" dirty="0">
                <a:solidFill>
                  <a:srgbClr val="FF0066"/>
                </a:solidFill>
                <a:latin typeface="Arial" panose="020B0604020202020204" pitchFamily="34" charset="0"/>
                <a:cs typeface="Arial" panose="020B0604020202020204" pitchFamily="34" charset="0"/>
              </a:rPr>
              <a:t> </a:t>
            </a:r>
            <a:r>
              <a:rPr lang="en-US" altLang="en-US" sz="2600" b="1" kern="0" dirty="0" err="1">
                <a:solidFill>
                  <a:srgbClr val="FF0066"/>
                </a:solidFill>
                <a:latin typeface="Arial" panose="020B0604020202020204" pitchFamily="34" charset="0"/>
                <a:cs typeface="Arial" panose="020B0604020202020204" pitchFamily="34" charset="0"/>
              </a:rPr>
              <a:t>trúc</a:t>
            </a:r>
            <a:r>
              <a:rPr lang="en-US" altLang="en-US" sz="2600" b="1" kern="0" dirty="0">
                <a:solidFill>
                  <a:srgbClr val="FF0066"/>
                </a:solidFill>
                <a:latin typeface="Arial" panose="020B0604020202020204" pitchFamily="34" charset="0"/>
                <a:cs typeface="Arial" panose="020B0604020202020204" pitchFamily="34" charset="0"/>
              </a:rPr>
              <a:t> </a:t>
            </a:r>
            <a:r>
              <a:rPr lang="en-US" altLang="en-US" sz="2600" b="1" kern="0" dirty="0" err="1">
                <a:solidFill>
                  <a:srgbClr val="FF0066"/>
                </a:solidFill>
                <a:latin typeface="Arial" panose="020B0604020202020204" pitchFamily="34" charset="0"/>
                <a:cs typeface="Arial" panose="020B0604020202020204" pitchFamily="34" charset="0"/>
              </a:rPr>
              <a:t>lãnh</a:t>
            </a:r>
            <a:r>
              <a:rPr lang="en-US" altLang="en-US" sz="2600" b="1" kern="0" dirty="0">
                <a:solidFill>
                  <a:srgbClr val="FF0066"/>
                </a:solidFill>
                <a:latin typeface="Arial" panose="020B0604020202020204" pitchFamily="34" charset="0"/>
                <a:cs typeface="Arial" panose="020B0604020202020204" pitchFamily="34" charset="0"/>
              </a:rPr>
              <a:t> </a:t>
            </a:r>
            <a:r>
              <a:rPr lang="en-US" altLang="en-US" sz="2600" b="1" kern="0" dirty="0" err="1">
                <a:solidFill>
                  <a:srgbClr val="FF0066"/>
                </a:solidFill>
                <a:latin typeface="Arial" panose="020B0604020202020204" pitchFamily="34" charset="0"/>
                <a:cs typeface="Arial" panose="020B0604020202020204" pitchFamily="34" charset="0"/>
              </a:rPr>
              <a:t>thổ</a:t>
            </a:r>
            <a:endParaRPr lang="en-US" altLang="en-US" sz="2600" b="1" kern="0" dirty="0">
              <a:solidFill>
                <a:srgbClr val="FF0066"/>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AD2FD6C-AC0F-43A2-9851-4EE84AAA46D9}"/>
              </a:ext>
            </a:extLst>
          </p:cNvPr>
          <p:cNvSpPr txBox="1"/>
          <p:nvPr/>
        </p:nvSpPr>
        <p:spPr>
          <a:xfrm>
            <a:off x="556419" y="2520948"/>
            <a:ext cx="8031162" cy="707886"/>
          </a:xfrm>
          <a:prstGeom prst="rect">
            <a:avLst/>
          </a:prstGeom>
          <a:noFill/>
        </p:spPr>
        <p:txBody>
          <a:bodyPr wrap="square">
            <a:spAutoFit/>
          </a:bodyPr>
          <a:lstStyle/>
          <a:p>
            <a:pPr algn="ctr" eaLnBrk="1" hangingPunct="1"/>
            <a:r>
              <a:rPr lang="en-US" altLang="en-US" sz="2000" dirty="0" err="1">
                <a:solidFill>
                  <a:schemeClr val="tx1"/>
                </a:solidFill>
                <a:latin typeface="Arial" panose="020B0604020202020204" pitchFamily="34" charset="0"/>
                <a:cs typeface="Arial" panose="020B0604020202020204" pitchFamily="34" charset="0"/>
              </a:rPr>
              <a:t>Là</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sự</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cấu</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tạo</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của</a:t>
            </a:r>
            <a:r>
              <a:rPr lang="en-US" altLang="en-US" sz="2000" dirty="0">
                <a:solidFill>
                  <a:schemeClr val="tx1"/>
                </a:solidFill>
                <a:latin typeface="Arial" panose="020B0604020202020204" pitchFamily="34" charset="0"/>
                <a:cs typeface="Arial" panose="020B0604020202020204" pitchFamily="34" charset="0"/>
              </a:rPr>
              <a:t> NN </a:t>
            </a:r>
            <a:r>
              <a:rPr lang="en-US" altLang="en-US" sz="2000" dirty="0" err="1">
                <a:solidFill>
                  <a:schemeClr val="tx1"/>
                </a:solidFill>
                <a:latin typeface="Arial" panose="020B0604020202020204" pitchFamily="34" charset="0"/>
                <a:cs typeface="Arial" panose="020B0604020202020204" pitchFamily="34" charset="0"/>
              </a:rPr>
              <a:t>thành</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các</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đơn</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vị</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hành</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chính</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lãnh</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thổ</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và</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xác</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lập</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mối</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quan</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hệ</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giữa</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các</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cơ</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quan</a:t>
            </a:r>
            <a:r>
              <a:rPr lang="en-US" altLang="en-US" sz="2000" dirty="0">
                <a:solidFill>
                  <a:schemeClr val="tx1"/>
                </a:solidFill>
                <a:latin typeface="Arial" panose="020B0604020202020204" pitchFamily="34" charset="0"/>
                <a:cs typeface="Arial" panose="020B0604020202020204" pitchFamily="34" charset="0"/>
              </a:rPr>
              <a:t> NN ở </a:t>
            </a:r>
            <a:r>
              <a:rPr lang="en-US" altLang="en-US" sz="2000" dirty="0" err="1">
                <a:solidFill>
                  <a:schemeClr val="tx1"/>
                </a:solidFill>
                <a:latin typeface="Arial" panose="020B0604020202020204" pitchFamily="34" charset="0"/>
                <a:cs typeface="Arial" panose="020B0604020202020204" pitchFamily="34" charset="0"/>
              </a:rPr>
              <a:t>trung</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ương</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với</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địa</a:t>
            </a:r>
            <a:r>
              <a:rPr lang="en-US" altLang="en-US" sz="2000" dirty="0">
                <a:solidFill>
                  <a:schemeClr val="tx1"/>
                </a:solidFill>
                <a:latin typeface="Arial" panose="020B0604020202020204" pitchFamily="34" charset="0"/>
                <a:cs typeface="Arial" panose="020B0604020202020204" pitchFamily="34" charset="0"/>
              </a:rPr>
              <a:t> </a:t>
            </a:r>
            <a:r>
              <a:rPr lang="en-US" altLang="en-US" sz="2000" dirty="0" err="1">
                <a:solidFill>
                  <a:schemeClr val="tx1"/>
                </a:solidFill>
                <a:latin typeface="Arial" panose="020B0604020202020204" pitchFamily="34" charset="0"/>
                <a:cs typeface="Arial" panose="020B0604020202020204" pitchFamily="34" charset="0"/>
              </a:rPr>
              <a:t>phương</a:t>
            </a:r>
            <a:endParaRPr lang="en-US" altLang="en-US" sz="2000" dirty="0">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618D63B8-CD75-44DC-9410-9F1B35542C5D}"/>
              </a:ext>
            </a:extLst>
          </p:cNvPr>
          <p:cNvSpPr txBox="1"/>
          <p:nvPr/>
        </p:nvSpPr>
        <p:spPr>
          <a:xfrm>
            <a:off x="533400" y="3332629"/>
            <a:ext cx="3352800" cy="3139321"/>
          </a:xfrm>
          <a:prstGeom prst="rect">
            <a:avLst/>
          </a:prstGeom>
          <a:noFill/>
        </p:spPr>
        <p:txBody>
          <a:bodyPr wrap="square">
            <a:spAutoFit/>
          </a:bodyPr>
          <a:lstStyle/>
          <a:p>
            <a:pPr algn="just" eaLnBrk="1" hangingPunct="1">
              <a:spcBef>
                <a:spcPts val="1200"/>
              </a:spcBef>
            </a:pPr>
            <a:r>
              <a:rPr lang="en-US" altLang="en-US" sz="1800" b="1" u="sng" dirty="0">
                <a:solidFill>
                  <a:srgbClr val="CC00FF"/>
                </a:solidFill>
                <a:latin typeface="Calibri" panose="020F0502020204030204" pitchFamily="34" charset="0"/>
                <a:cs typeface="Calibri" panose="020F0502020204030204" pitchFamily="34" charset="0"/>
              </a:rPr>
              <a:t>NN </a:t>
            </a:r>
            <a:r>
              <a:rPr lang="en-US" altLang="en-US" sz="1800" b="1" u="sng" dirty="0" err="1">
                <a:solidFill>
                  <a:srgbClr val="CC00FF"/>
                </a:solidFill>
                <a:latin typeface="Calibri" panose="020F0502020204030204" pitchFamily="34" charset="0"/>
                <a:cs typeface="Calibri" panose="020F0502020204030204" pitchFamily="34" charset="0"/>
              </a:rPr>
              <a:t>đơn</a:t>
            </a:r>
            <a:r>
              <a:rPr lang="en-US" altLang="en-US" sz="1800" b="1" u="sng" dirty="0">
                <a:solidFill>
                  <a:srgbClr val="CC00FF"/>
                </a:solidFill>
                <a:latin typeface="Calibri" panose="020F0502020204030204" pitchFamily="34" charset="0"/>
                <a:cs typeface="Calibri" panose="020F0502020204030204" pitchFamily="34" charset="0"/>
              </a:rPr>
              <a:t> </a:t>
            </a:r>
            <a:r>
              <a:rPr lang="en-US" altLang="en-US" sz="1800" b="1" u="sng" dirty="0" err="1">
                <a:solidFill>
                  <a:srgbClr val="CC00FF"/>
                </a:solidFill>
                <a:latin typeface="Calibri" panose="020F0502020204030204" pitchFamily="34" charset="0"/>
                <a:cs typeface="Calibri" panose="020F0502020204030204" pitchFamily="34" charset="0"/>
              </a:rPr>
              <a:t>nhất</a:t>
            </a:r>
            <a:r>
              <a:rPr lang="en-US" altLang="en-US" sz="1800" b="1" dirty="0">
                <a:solidFill>
                  <a:srgbClr val="7030A0"/>
                </a:solidFill>
                <a:latin typeface="Calibri" panose="020F0502020204030204" pitchFamily="34" charset="0"/>
                <a:cs typeface="Calibri" panose="020F0502020204030204" pitchFamily="34" charset="0"/>
              </a:rPr>
              <a:t>: </a:t>
            </a:r>
            <a:r>
              <a:rPr lang="vi-VN" altLang="en-US" sz="1800" dirty="0">
                <a:solidFill>
                  <a:srgbClr val="7030A0"/>
                </a:solidFill>
                <a:latin typeface="Calibri" panose="020F0502020204030204" pitchFamily="34" charset="0"/>
                <a:cs typeface="Calibri" panose="020F0502020204030204" pitchFamily="34" charset="0"/>
              </a:rPr>
              <a:t>là Nhà nước có chủ quyền chung; hệ thống cơ quan quyền lực, cơ quan quản lý được tổ chức thống nhất từ trung ương đến địa phương. Chủ quyền quốc gia do chính quyền trung ương nắm giữ, địa phương là những đơn vị hành chính lãnh thổ không có chủ quyền. Pháp luật được ban hành và áp dụng chung cho mọi công dân.</a:t>
            </a:r>
            <a:endParaRPr lang="en-US" altLang="en-US" sz="1800" dirty="0">
              <a:solidFill>
                <a:srgbClr val="7030A0"/>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04075DD2-2CDF-4759-BEC7-8C5E6124255C}"/>
              </a:ext>
            </a:extLst>
          </p:cNvPr>
          <p:cNvSpPr txBox="1"/>
          <p:nvPr/>
        </p:nvSpPr>
        <p:spPr>
          <a:xfrm>
            <a:off x="4800600" y="3311855"/>
            <a:ext cx="3962400" cy="3416320"/>
          </a:xfrm>
          <a:prstGeom prst="rect">
            <a:avLst/>
          </a:prstGeom>
          <a:noFill/>
        </p:spPr>
        <p:txBody>
          <a:bodyPr wrap="square">
            <a:spAutoFit/>
          </a:bodyPr>
          <a:lstStyle/>
          <a:p>
            <a:pPr algn="just" eaLnBrk="1" hangingPunct="1">
              <a:spcBef>
                <a:spcPts val="1800"/>
              </a:spcBef>
            </a:pPr>
            <a:r>
              <a:rPr lang="en-US" altLang="en-US" sz="1800" b="1" u="sng" dirty="0">
                <a:solidFill>
                  <a:srgbClr val="CC00FF"/>
                </a:solidFill>
                <a:latin typeface="Calibri" panose="020F0502020204030204" pitchFamily="34" charset="0"/>
                <a:cs typeface="Calibri" panose="020F0502020204030204" pitchFamily="34" charset="0"/>
              </a:rPr>
              <a:t>NN </a:t>
            </a:r>
            <a:r>
              <a:rPr lang="en-US" altLang="en-US" sz="1800" b="1" u="sng" dirty="0" err="1">
                <a:solidFill>
                  <a:srgbClr val="CC00FF"/>
                </a:solidFill>
                <a:latin typeface="Calibri" panose="020F0502020204030204" pitchFamily="34" charset="0"/>
                <a:cs typeface="Calibri" panose="020F0502020204030204" pitchFamily="34" charset="0"/>
              </a:rPr>
              <a:t>liên</a:t>
            </a:r>
            <a:r>
              <a:rPr lang="en-US" altLang="en-US" sz="1800" b="1" u="sng" dirty="0">
                <a:solidFill>
                  <a:srgbClr val="CC00FF"/>
                </a:solidFill>
                <a:latin typeface="Calibri" panose="020F0502020204030204" pitchFamily="34" charset="0"/>
                <a:cs typeface="Calibri" panose="020F0502020204030204" pitchFamily="34" charset="0"/>
              </a:rPr>
              <a:t> bang</a:t>
            </a:r>
            <a:r>
              <a:rPr lang="en-US" altLang="en-US" sz="1800" dirty="0">
                <a:solidFill>
                  <a:schemeClr val="tx1"/>
                </a:solidFill>
                <a:latin typeface="Calibri" panose="020F0502020204030204" pitchFamily="34" charset="0"/>
                <a:cs typeface="Calibri" panose="020F0502020204030204" pitchFamily="34" charset="0"/>
              </a:rPr>
              <a:t>: </a:t>
            </a:r>
            <a:r>
              <a:rPr lang="vi-VN" altLang="en-US" sz="1800" dirty="0">
                <a:solidFill>
                  <a:srgbClr val="7030A0"/>
                </a:solidFill>
                <a:latin typeface="Calibri" panose="020F0502020204030204" pitchFamily="34" charset="0"/>
                <a:cs typeface="Calibri" panose="020F0502020204030204" pitchFamily="34" charset="0"/>
              </a:rPr>
              <a:t>là Nhà nước có từ hai Nhà nước thành viên hợp lại; có chủ quyền chung cho toàn liên bang và chủ quyền riêng cho mỗi tiểu bang; có hai hệ thống cơ quan quyền lực, cơ quan quản lý nhà nước cùng tồn tại song song của liên bang và mỗi tiểu bang; có hai hệ thống pháp luật là hệ thống pháp luật chung của liên bang và hệ thống pháp luật riêng của mỗi tiểu bang trên nguyên tắc luật của tiểu bang không được trái với luật chung của liên bang.​</a:t>
            </a:r>
            <a:endParaRPr lang="en-US" altLang="en-US" sz="1800" dirty="0">
              <a:solidFill>
                <a:srgbClr val="7030A0"/>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id="{01ECE07F-1F63-487C-9ECC-4DA8520F82B2}"/>
              </a:ext>
            </a:extLst>
          </p:cNvPr>
          <p:cNvCxnSpPr/>
          <p:nvPr/>
        </p:nvCxnSpPr>
        <p:spPr>
          <a:xfrm>
            <a:off x="4343400" y="3429000"/>
            <a:ext cx="0" cy="3124200"/>
          </a:xfrm>
          <a:prstGeom prst="line">
            <a:avLst/>
          </a:prstGeom>
        </p:spPr>
        <p:style>
          <a:lnRef idx="3">
            <a:schemeClr val="accent1"/>
          </a:lnRef>
          <a:fillRef idx="0">
            <a:schemeClr val="accent1"/>
          </a:fillRef>
          <a:effectRef idx="2">
            <a:schemeClr val="accent1"/>
          </a:effectRef>
          <a:fontRef idx="minor">
            <a:schemeClr val="tx1"/>
          </a:fontRef>
        </p:style>
      </p:cxnSp>
      <p:sp>
        <p:nvSpPr>
          <p:cNvPr id="11" name="Rectangle 2">
            <a:extLst>
              <a:ext uri="{FF2B5EF4-FFF2-40B4-BE49-F238E27FC236}">
                <a16:creationId xmlns:a16="http://schemas.microsoft.com/office/drawing/2014/main" id="{6A29BB39-8C98-444A-A1F7-68E72773AE96}"/>
              </a:ext>
            </a:extLst>
          </p:cNvPr>
          <p:cNvSpPr txBox="1">
            <a:spLocks noRot="1" noChangeArrowheads="1"/>
          </p:cNvSpPr>
          <p:nvPr/>
        </p:nvSpPr>
        <p:spPr bwMode="auto">
          <a:xfrm>
            <a:off x="244642" y="914401"/>
            <a:ext cx="7772400" cy="863601"/>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hangingPunct="1"/>
            <a:r>
              <a:rPr lang="vi-VN" altLang="en-US" sz="2400" b="1" kern="0">
                <a:solidFill>
                  <a:srgbClr val="C00000"/>
                </a:solidFill>
                <a:latin typeface="Arial" panose="020B0604020202020204" pitchFamily="34" charset="0"/>
                <a:cs typeface="Arial" panose="020B0604020202020204" pitchFamily="34" charset="0"/>
              </a:rPr>
              <a:t>V. KIỂU </a:t>
            </a:r>
            <a:r>
              <a:rPr lang="en-US" altLang="en-US" sz="2400" b="1" kern="0">
                <a:solidFill>
                  <a:srgbClr val="C00000"/>
                </a:solidFill>
                <a:latin typeface="Arial" panose="020B0604020202020204" pitchFamily="34" charset="0"/>
                <a:cs typeface="Arial" panose="020B0604020202020204" pitchFamily="34" charset="0"/>
              </a:rPr>
              <a:t>NHÀ NƯỚC </a:t>
            </a:r>
            <a:r>
              <a:rPr lang="vi-VN" altLang="en-US" sz="2400" b="1" kern="0">
                <a:solidFill>
                  <a:srgbClr val="C00000"/>
                </a:solidFill>
                <a:latin typeface="Arial" panose="020B0604020202020204" pitchFamily="34" charset="0"/>
                <a:cs typeface="Arial" panose="020B0604020202020204" pitchFamily="34" charset="0"/>
              </a:rPr>
              <a:t>VÀ HÌNH THỨC </a:t>
            </a:r>
            <a:r>
              <a:rPr lang="en-US" altLang="en-US" sz="2400" b="1" kern="0">
                <a:solidFill>
                  <a:srgbClr val="C00000"/>
                </a:solidFill>
                <a:latin typeface="Arial" panose="020B0604020202020204" pitchFamily="34" charset="0"/>
                <a:cs typeface="Arial" panose="020B0604020202020204" pitchFamily="34" charset="0"/>
              </a:rPr>
              <a:t>NHÀ NƯỚC</a:t>
            </a:r>
            <a:endParaRPr lang="en-US" altLang="en-US" sz="2400" b="1" kern="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4099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784F75A-AED8-4C47-9339-9B6988C6EB5A}"/>
              </a:ext>
            </a:extLst>
          </p:cNvPr>
          <p:cNvSpPr/>
          <p:nvPr/>
        </p:nvSpPr>
        <p:spPr>
          <a:xfrm>
            <a:off x="5107781" y="3231088"/>
            <a:ext cx="3124200" cy="3381547"/>
          </a:xfrm>
          <a:prstGeom prst="roundRect">
            <a:avLst/>
          </a:prstGeom>
          <a:solidFill>
            <a:srgbClr val="92D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AE58BC8-E32E-4423-8AD3-0210D6353944}"/>
              </a:ext>
            </a:extLst>
          </p:cNvPr>
          <p:cNvSpPr/>
          <p:nvPr/>
        </p:nvSpPr>
        <p:spPr>
          <a:xfrm>
            <a:off x="685800" y="3231089"/>
            <a:ext cx="3124200" cy="3381547"/>
          </a:xfrm>
          <a:prstGeom prst="roundRect">
            <a:avLst/>
          </a:prstGeom>
          <a:solidFill>
            <a:schemeClr val="tx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0FCD3CD8-B51D-482A-A248-38BC56E09E0E}"/>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7" name="TextBox 6">
            <a:extLst>
              <a:ext uri="{FF2B5EF4-FFF2-40B4-BE49-F238E27FC236}">
                <a16:creationId xmlns:a16="http://schemas.microsoft.com/office/drawing/2014/main" id="{544F81E5-7BD9-402F-9C5A-1295B8A742E3}"/>
              </a:ext>
            </a:extLst>
          </p:cNvPr>
          <p:cNvSpPr txBox="1"/>
          <p:nvPr/>
        </p:nvSpPr>
        <p:spPr>
          <a:xfrm>
            <a:off x="3124200" y="1776974"/>
            <a:ext cx="2895600" cy="492443"/>
          </a:xfrm>
          <a:prstGeom prst="rect">
            <a:avLst/>
          </a:prstGeom>
          <a:solidFill>
            <a:srgbClr val="FFFF00"/>
          </a:solidFill>
        </p:spPr>
        <p:txBody>
          <a:bodyPr wrap="square">
            <a:spAutoFit/>
          </a:bodyPr>
          <a:lstStyle/>
          <a:p>
            <a:r>
              <a:rPr lang="en-US" altLang="en-US" sz="2600" b="1" dirty="0" err="1">
                <a:solidFill>
                  <a:srgbClr val="00B050"/>
                </a:solidFill>
                <a:latin typeface="Arial" panose="020B0604020202020204" pitchFamily="34" charset="0"/>
                <a:cs typeface="Arial" panose="020B0604020202020204" pitchFamily="34" charset="0"/>
              </a:rPr>
              <a:t>Chế</a:t>
            </a:r>
            <a:r>
              <a:rPr lang="en-US" altLang="en-US" sz="2600" b="1" dirty="0">
                <a:solidFill>
                  <a:srgbClr val="00B050"/>
                </a:solidFill>
                <a:latin typeface="Arial" panose="020B0604020202020204" pitchFamily="34" charset="0"/>
                <a:cs typeface="Arial" panose="020B0604020202020204" pitchFamily="34" charset="0"/>
              </a:rPr>
              <a:t> </a:t>
            </a:r>
            <a:r>
              <a:rPr lang="en-US" altLang="en-US" sz="2600" b="1" dirty="0" err="1">
                <a:solidFill>
                  <a:srgbClr val="00B050"/>
                </a:solidFill>
                <a:latin typeface="Arial" panose="020B0604020202020204" pitchFamily="34" charset="0"/>
                <a:cs typeface="Arial" panose="020B0604020202020204" pitchFamily="34" charset="0"/>
              </a:rPr>
              <a:t>độ</a:t>
            </a:r>
            <a:r>
              <a:rPr lang="en-US" altLang="en-US" sz="2600" b="1" dirty="0">
                <a:solidFill>
                  <a:srgbClr val="00B050"/>
                </a:solidFill>
                <a:latin typeface="Arial" panose="020B0604020202020204" pitchFamily="34" charset="0"/>
                <a:cs typeface="Arial" panose="020B0604020202020204" pitchFamily="34" charset="0"/>
              </a:rPr>
              <a:t> </a:t>
            </a:r>
            <a:r>
              <a:rPr lang="en-US" altLang="en-US" sz="2600" b="1" dirty="0" err="1">
                <a:solidFill>
                  <a:srgbClr val="00B050"/>
                </a:solidFill>
                <a:latin typeface="Arial" panose="020B0604020202020204" pitchFamily="34" charset="0"/>
                <a:cs typeface="Arial" panose="020B0604020202020204" pitchFamily="34" charset="0"/>
              </a:rPr>
              <a:t>chính</a:t>
            </a:r>
            <a:r>
              <a:rPr lang="en-US" altLang="en-US" sz="2600" b="1" dirty="0">
                <a:solidFill>
                  <a:srgbClr val="00B050"/>
                </a:solidFill>
                <a:latin typeface="Arial" panose="020B0604020202020204" pitchFamily="34" charset="0"/>
                <a:cs typeface="Arial" panose="020B0604020202020204" pitchFamily="34" charset="0"/>
              </a:rPr>
              <a:t> </a:t>
            </a:r>
            <a:r>
              <a:rPr lang="en-US" altLang="en-US" sz="2600" b="1" dirty="0" err="1">
                <a:solidFill>
                  <a:srgbClr val="00B050"/>
                </a:solidFill>
                <a:latin typeface="Arial" panose="020B0604020202020204" pitchFamily="34" charset="0"/>
                <a:cs typeface="Arial" panose="020B0604020202020204" pitchFamily="34" charset="0"/>
              </a:rPr>
              <a:t>trị</a:t>
            </a:r>
            <a:endParaRPr lang="en-US" sz="2600" b="1" dirty="0">
              <a:solidFill>
                <a:srgbClr val="00B050"/>
              </a:solidFill>
            </a:endParaRPr>
          </a:p>
        </p:txBody>
      </p:sp>
      <p:sp>
        <p:nvSpPr>
          <p:cNvPr id="9" name="TextBox 8">
            <a:extLst>
              <a:ext uri="{FF2B5EF4-FFF2-40B4-BE49-F238E27FC236}">
                <a16:creationId xmlns:a16="http://schemas.microsoft.com/office/drawing/2014/main" id="{34ED8FE2-ADF1-434E-B69F-F9A7688E50D4}"/>
              </a:ext>
            </a:extLst>
          </p:cNvPr>
          <p:cNvSpPr txBox="1"/>
          <p:nvPr/>
        </p:nvSpPr>
        <p:spPr>
          <a:xfrm>
            <a:off x="1905000" y="2404331"/>
            <a:ext cx="5945981" cy="707886"/>
          </a:xfrm>
          <a:prstGeom prst="rect">
            <a:avLst/>
          </a:prstGeom>
          <a:noFill/>
        </p:spPr>
        <p:txBody>
          <a:bodyPr wrap="square">
            <a:spAutoFit/>
          </a:bodyPr>
          <a:lstStyle/>
          <a:p>
            <a:pPr algn="ctr" eaLnBrk="1" hangingPunct="1"/>
            <a:r>
              <a:rPr lang="en-US" altLang="en-US" sz="2000" dirty="0" err="1">
                <a:solidFill>
                  <a:schemeClr val="bg2"/>
                </a:solidFill>
                <a:latin typeface="Arial" panose="020B0604020202020204" pitchFamily="34" charset="0"/>
                <a:cs typeface="Arial" panose="020B0604020202020204" pitchFamily="34" charset="0"/>
              </a:rPr>
              <a:t>Là</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tổng</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thể</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các</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phương</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pháp</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thủ</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đoạn</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mà</a:t>
            </a:r>
            <a:r>
              <a:rPr lang="en-US" altLang="en-US" sz="2000" dirty="0">
                <a:solidFill>
                  <a:schemeClr val="bg2"/>
                </a:solidFill>
                <a:latin typeface="Arial" panose="020B0604020202020204" pitchFamily="34" charset="0"/>
                <a:cs typeface="Arial" panose="020B0604020202020204" pitchFamily="34" charset="0"/>
              </a:rPr>
              <a:t> NNN </a:t>
            </a:r>
            <a:r>
              <a:rPr lang="en-US" altLang="en-US" sz="2000" dirty="0" err="1">
                <a:solidFill>
                  <a:schemeClr val="bg2"/>
                </a:solidFill>
                <a:latin typeface="Arial" panose="020B0604020202020204" pitchFamily="34" charset="0"/>
                <a:cs typeface="Arial" panose="020B0604020202020204" pitchFamily="34" charset="0"/>
              </a:rPr>
              <a:t>sử</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dụng</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để</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thực</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hiện</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quyền</a:t>
            </a:r>
            <a:r>
              <a:rPr lang="en-US" altLang="en-US" sz="2000" dirty="0">
                <a:solidFill>
                  <a:schemeClr val="bg2"/>
                </a:solidFill>
                <a:latin typeface="Arial" panose="020B0604020202020204" pitchFamily="34" charset="0"/>
                <a:cs typeface="Arial" panose="020B0604020202020204" pitchFamily="34" charset="0"/>
              </a:rPr>
              <a:t> </a:t>
            </a:r>
            <a:r>
              <a:rPr lang="en-US" altLang="en-US" sz="2000" dirty="0" err="1">
                <a:solidFill>
                  <a:schemeClr val="bg2"/>
                </a:solidFill>
                <a:latin typeface="Arial" panose="020B0604020202020204" pitchFamily="34" charset="0"/>
                <a:cs typeface="Arial" panose="020B0604020202020204" pitchFamily="34" charset="0"/>
              </a:rPr>
              <a:t>lực</a:t>
            </a:r>
            <a:r>
              <a:rPr lang="en-US" altLang="en-US" sz="2000" dirty="0">
                <a:solidFill>
                  <a:schemeClr val="bg2"/>
                </a:solidFill>
                <a:latin typeface="Arial" panose="020B0604020202020204" pitchFamily="34" charset="0"/>
                <a:cs typeface="Arial" panose="020B0604020202020204" pitchFamily="34" charset="0"/>
              </a:rPr>
              <a:t> NN</a:t>
            </a:r>
          </a:p>
        </p:txBody>
      </p:sp>
      <p:sp>
        <p:nvSpPr>
          <p:cNvPr id="11" name="TextBox 10">
            <a:extLst>
              <a:ext uri="{FF2B5EF4-FFF2-40B4-BE49-F238E27FC236}">
                <a16:creationId xmlns:a16="http://schemas.microsoft.com/office/drawing/2014/main" id="{B38620D9-3F93-4500-AC43-01142AE141CF}"/>
              </a:ext>
            </a:extLst>
          </p:cNvPr>
          <p:cNvSpPr txBox="1"/>
          <p:nvPr/>
        </p:nvSpPr>
        <p:spPr>
          <a:xfrm>
            <a:off x="912019" y="3429000"/>
            <a:ext cx="2667000" cy="2862322"/>
          </a:xfrm>
          <a:prstGeom prst="rect">
            <a:avLst/>
          </a:prstGeom>
          <a:noFill/>
        </p:spPr>
        <p:txBody>
          <a:bodyPr wrap="square">
            <a:spAutoFit/>
          </a:bodyPr>
          <a:lstStyle/>
          <a:p>
            <a:r>
              <a:rPr lang="en-US" altLang="en-US" sz="1800" b="1" dirty="0" err="1">
                <a:latin typeface="Arial" panose="020B0604020202020204" pitchFamily="34" charset="0"/>
                <a:cs typeface="Arial" panose="020B0604020202020204" pitchFamily="34" charset="0"/>
              </a:rPr>
              <a:t>Chế</a:t>
            </a:r>
            <a:r>
              <a:rPr lang="en-US" altLang="en-US" sz="1800" b="1" dirty="0">
                <a:latin typeface="Arial" panose="020B0604020202020204" pitchFamily="34" charset="0"/>
                <a:cs typeface="Arial" panose="020B0604020202020204" pitchFamily="34" charset="0"/>
              </a:rPr>
              <a:t> </a:t>
            </a:r>
            <a:r>
              <a:rPr lang="en-US" altLang="en-US" sz="1800" b="1" dirty="0" err="1">
                <a:latin typeface="Arial" panose="020B0604020202020204" pitchFamily="34" charset="0"/>
                <a:cs typeface="Arial" panose="020B0604020202020204" pitchFamily="34" charset="0"/>
              </a:rPr>
              <a:t>độ</a:t>
            </a:r>
            <a:r>
              <a:rPr lang="en-US" altLang="en-US" sz="1800" b="1" dirty="0">
                <a:latin typeface="Arial" panose="020B0604020202020204" pitchFamily="34" charset="0"/>
                <a:cs typeface="Arial" panose="020B0604020202020204" pitchFamily="34" charset="0"/>
              </a:rPr>
              <a:t> </a:t>
            </a:r>
            <a:r>
              <a:rPr lang="en-US" altLang="en-US" sz="1800" b="1" dirty="0" err="1">
                <a:latin typeface="Arial" panose="020B0604020202020204" pitchFamily="34" charset="0"/>
                <a:cs typeface="Arial" panose="020B0604020202020204" pitchFamily="34" charset="0"/>
              </a:rPr>
              <a:t>dân</a:t>
            </a:r>
            <a:r>
              <a:rPr lang="en-US" altLang="en-US" sz="1800" b="1" dirty="0">
                <a:latin typeface="Arial" panose="020B0604020202020204" pitchFamily="34" charset="0"/>
                <a:cs typeface="Arial" panose="020B0604020202020204" pitchFamily="34" charset="0"/>
              </a:rPr>
              <a:t> </a:t>
            </a:r>
            <a:r>
              <a:rPr lang="en-US" altLang="en-US" sz="1800" b="1" dirty="0" err="1">
                <a:latin typeface="Arial" panose="020B0604020202020204" pitchFamily="34" charset="0"/>
                <a:cs typeface="Arial" panose="020B0604020202020204" pitchFamily="34" charset="0"/>
              </a:rPr>
              <a:t>chủ</a:t>
            </a:r>
            <a:r>
              <a:rPr lang="en-US" altLang="en-US" sz="1800" dirty="0">
                <a:latin typeface="Arial" panose="020B0604020202020204" pitchFamily="34" charset="0"/>
                <a:cs typeface="Arial" panose="020B0604020202020204" pitchFamily="34" charset="0"/>
              </a:rPr>
              <a:t>: </a:t>
            </a:r>
            <a:r>
              <a:rPr lang="vi-VN" altLang="en-US" sz="1800" dirty="0">
                <a:latin typeface="Arial" panose="020B0604020202020204" pitchFamily="34" charset="0"/>
                <a:cs typeface="Arial" panose="020B0604020202020204" pitchFamily="34" charset="0"/>
              </a:rPr>
              <a:t>đó là những phương pháp tạo điều kiện thuận lợi cho nhân dân tham gia vào việc quản lý nhà nước và xã hội. Những phương pháp này thật sự thể hiện sự quan tâm của Nhà nước đối với công dân.</a:t>
            </a:r>
            <a:endParaRPr lang="en-US" sz="1800" dirty="0"/>
          </a:p>
        </p:txBody>
      </p:sp>
      <p:sp>
        <p:nvSpPr>
          <p:cNvPr id="14" name="TextBox 13">
            <a:extLst>
              <a:ext uri="{FF2B5EF4-FFF2-40B4-BE49-F238E27FC236}">
                <a16:creationId xmlns:a16="http://schemas.microsoft.com/office/drawing/2014/main" id="{32846123-FFC0-4780-AD1D-6B129CE7C947}"/>
              </a:ext>
            </a:extLst>
          </p:cNvPr>
          <p:cNvSpPr txBox="1"/>
          <p:nvPr/>
        </p:nvSpPr>
        <p:spPr>
          <a:xfrm>
            <a:off x="5261073" y="3429000"/>
            <a:ext cx="2817615" cy="2308324"/>
          </a:xfrm>
          <a:prstGeom prst="rect">
            <a:avLst/>
          </a:prstGeom>
          <a:noFill/>
        </p:spPr>
        <p:txBody>
          <a:bodyPr wrap="square">
            <a:spAutoFit/>
          </a:bodyPr>
          <a:lstStyle/>
          <a:p>
            <a:pPr algn="just" eaLnBrk="1" hangingPunct="1"/>
            <a:r>
              <a:rPr lang="en-US" altLang="en-US" sz="1800" b="1" dirty="0" err="1">
                <a:latin typeface="Arial" panose="020B0604020202020204" pitchFamily="34" charset="0"/>
                <a:cs typeface="Arial" panose="020B0604020202020204" pitchFamily="34" charset="0"/>
              </a:rPr>
              <a:t>Chế</a:t>
            </a:r>
            <a:r>
              <a:rPr lang="en-US" altLang="en-US" sz="1800" b="1" dirty="0">
                <a:latin typeface="Arial" panose="020B0604020202020204" pitchFamily="34" charset="0"/>
                <a:cs typeface="Arial" panose="020B0604020202020204" pitchFamily="34" charset="0"/>
              </a:rPr>
              <a:t> </a:t>
            </a:r>
            <a:r>
              <a:rPr lang="en-US" altLang="en-US" sz="1800" b="1" dirty="0" err="1">
                <a:latin typeface="Arial" panose="020B0604020202020204" pitchFamily="34" charset="0"/>
                <a:cs typeface="Arial" panose="020B0604020202020204" pitchFamily="34" charset="0"/>
              </a:rPr>
              <a:t>độ</a:t>
            </a:r>
            <a:r>
              <a:rPr lang="en-US" altLang="en-US" sz="1800" b="1" dirty="0">
                <a:latin typeface="Arial" panose="020B0604020202020204" pitchFamily="34" charset="0"/>
                <a:cs typeface="Arial" panose="020B0604020202020204" pitchFamily="34" charset="0"/>
              </a:rPr>
              <a:t> </a:t>
            </a:r>
            <a:r>
              <a:rPr lang="en-US" altLang="en-US" sz="1800" b="1" dirty="0" err="1">
                <a:latin typeface="Arial" panose="020B0604020202020204" pitchFamily="34" charset="0"/>
                <a:cs typeface="Arial" panose="020B0604020202020204" pitchFamily="34" charset="0"/>
              </a:rPr>
              <a:t>phản</a:t>
            </a:r>
            <a:r>
              <a:rPr lang="en-US" altLang="en-US" sz="1800" b="1" dirty="0">
                <a:latin typeface="Arial" panose="020B0604020202020204" pitchFamily="34" charset="0"/>
                <a:cs typeface="Arial" panose="020B0604020202020204" pitchFamily="34" charset="0"/>
              </a:rPr>
              <a:t> (phi) </a:t>
            </a:r>
            <a:r>
              <a:rPr lang="en-US" altLang="en-US" sz="1800" b="1" dirty="0" err="1">
                <a:latin typeface="Arial" panose="020B0604020202020204" pitchFamily="34" charset="0"/>
                <a:cs typeface="Arial" panose="020B0604020202020204" pitchFamily="34" charset="0"/>
              </a:rPr>
              <a:t>dân</a:t>
            </a:r>
            <a:r>
              <a:rPr lang="en-US" altLang="en-US" sz="1800" b="1" dirty="0">
                <a:latin typeface="Arial" panose="020B0604020202020204" pitchFamily="34" charset="0"/>
                <a:cs typeface="Arial" panose="020B0604020202020204" pitchFamily="34" charset="0"/>
              </a:rPr>
              <a:t> </a:t>
            </a:r>
            <a:r>
              <a:rPr lang="en-US" altLang="en-US" sz="1800" b="1" dirty="0" err="1">
                <a:latin typeface="Arial" panose="020B0604020202020204" pitchFamily="34" charset="0"/>
                <a:cs typeface="Arial" panose="020B0604020202020204" pitchFamily="34" charset="0"/>
              </a:rPr>
              <a:t>chủ</a:t>
            </a:r>
            <a:r>
              <a:rPr lang="en-US" altLang="en-US" sz="1800" dirty="0">
                <a:latin typeface="Arial" panose="020B0604020202020204" pitchFamily="34" charset="0"/>
                <a:cs typeface="Arial" panose="020B0604020202020204" pitchFamily="34" charset="0"/>
              </a:rPr>
              <a:t>: </a:t>
            </a:r>
            <a:r>
              <a:rPr lang="vi-VN" altLang="en-US" sz="1800" dirty="0">
                <a:latin typeface="Arial" panose="020B0604020202020204" pitchFamily="34" charset="0"/>
                <a:cs typeface="Arial" panose="020B0604020202020204" pitchFamily="34" charset="0"/>
              </a:rPr>
              <a:t>đó là những phương pháp thể hiện tính độc tài, chuyên quyền của Nhà nước. Nhà nước sử dụng quyền lực, sức mạnh bắt buộc người dân phải phục tùng ý chí của mình.​</a:t>
            </a:r>
            <a:endParaRPr lang="en-US" altLang="en-US" sz="1800" dirty="0">
              <a:latin typeface="Arial" panose="020B0604020202020204" pitchFamily="34" charset="0"/>
              <a:cs typeface="Arial" panose="020B0604020202020204" pitchFamily="34" charset="0"/>
            </a:endParaRPr>
          </a:p>
        </p:txBody>
      </p:sp>
      <p:sp>
        <p:nvSpPr>
          <p:cNvPr id="10" name="Rectangle 2">
            <a:extLst>
              <a:ext uri="{FF2B5EF4-FFF2-40B4-BE49-F238E27FC236}">
                <a16:creationId xmlns:a16="http://schemas.microsoft.com/office/drawing/2014/main" id="{2AFEFA3B-9510-4B02-A69A-250F0AF89F56}"/>
              </a:ext>
            </a:extLst>
          </p:cNvPr>
          <p:cNvSpPr>
            <a:spLocks noGrp="1" noRot="1" noChangeArrowheads="1"/>
          </p:cNvSpPr>
          <p:nvPr>
            <p:ph type="title"/>
          </p:nvPr>
        </p:nvSpPr>
        <p:spPr>
          <a:xfrm>
            <a:off x="244642" y="914401"/>
            <a:ext cx="7772400" cy="863601"/>
          </a:xfrm>
        </p:spPr>
        <p:txBody>
          <a:bodyPr/>
          <a:lstStyle/>
          <a:p>
            <a:pPr eaLnBrk="1" hangingPunct="1"/>
            <a:r>
              <a:rPr lang="vi-VN" altLang="en-US" sz="2400" b="1" dirty="0">
                <a:solidFill>
                  <a:srgbClr val="C00000"/>
                </a:solidFill>
                <a:latin typeface="Arial" panose="020B0604020202020204" pitchFamily="34" charset="0"/>
                <a:cs typeface="Arial" panose="020B0604020202020204" pitchFamily="34" charset="0"/>
              </a:rPr>
              <a:t>V. KIỂU </a:t>
            </a:r>
            <a:r>
              <a:rPr lang="en-US" altLang="en-US" sz="2400" b="1" dirty="0">
                <a:solidFill>
                  <a:srgbClr val="C00000"/>
                </a:solidFill>
                <a:latin typeface="Arial" panose="020B0604020202020204" pitchFamily="34" charset="0"/>
                <a:cs typeface="Arial" panose="020B0604020202020204" pitchFamily="34" charset="0"/>
              </a:rPr>
              <a:t>NHÀ NƯỚC </a:t>
            </a:r>
            <a:r>
              <a:rPr lang="vi-VN" altLang="en-US" sz="2400" b="1" dirty="0">
                <a:solidFill>
                  <a:srgbClr val="C00000"/>
                </a:solidFill>
                <a:latin typeface="Arial" panose="020B0604020202020204" pitchFamily="34" charset="0"/>
                <a:cs typeface="Arial" panose="020B0604020202020204" pitchFamily="34" charset="0"/>
              </a:rPr>
              <a:t>VÀ HÌNH THỨC </a:t>
            </a:r>
            <a:r>
              <a:rPr lang="en-US" altLang="en-US" sz="2400" b="1" dirty="0">
                <a:solidFill>
                  <a:srgbClr val="C00000"/>
                </a:solidFill>
                <a:latin typeface="Arial" panose="020B0604020202020204" pitchFamily="34" charset="0"/>
                <a:cs typeface="Arial" panose="020B0604020202020204" pitchFamily="34" charset="0"/>
              </a:rPr>
              <a:t>NHÀ NƯỚC</a:t>
            </a:r>
          </a:p>
        </p:txBody>
      </p:sp>
    </p:spTree>
    <p:extLst>
      <p:ext uri="{BB962C8B-B14F-4D97-AF65-F5344CB8AC3E}">
        <p14:creationId xmlns:p14="http://schemas.microsoft.com/office/powerpoint/2010/main" val="11238919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FCD3CD8-B51D-482A-A248-38BC56E09E0E}"/>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6" name="object 8">
            <a:extLst>
              <a:ext uri="{FF2B5EF4-FFF2-40B4-BE49-F238E27FC236}">
                <a16:creationId xmlns:a16="http://schemas.microsoft.com/office/drawing/2014/main" id="{B9D4F257-8DCC-429A-BC4F-61869E65662F}"/>
              </a:ext>
            </a:extLst>
          </p:cNvPr>
          <p:cNvSpPr txBox="1">
            <a:spLocks noGrp="1"/>
          </p:cNvSpPr>
          <p:nvPr>
            <p:ph type="title"/>
          </p:nvPr>
        </p:nvSpPr>
        <p:spPr>
          <a:xfrm>
            <a:off x="228600" y="838200"/>
            <a:ext cx="4648200" cy="762000"/>
          </a:xfrm>
          <a:prstGeom prst="rect">
            <a:avLst/>
          </a:prstGeom>
        </p:spPr>
        <p:txBody>
          <a:bodyPr vert="horz" wrap="square" lIns="0" tIns="340994" rIns="0" bIns="0" rtlCol="0">
            <a:spAutoFit/>
          </a:bodyPr>
          <a:lstStyle/>
          <a:p>
            <a:pPr marL="471805">
              <a:lnSpc>
                <a:spcPct val="100000"/>
              </a:lnSpc>
              <a:spcBef>
                <a:spcPts val="95"/>
              </a:spcBef>
            </a:pPr>
            <a:r>
              <a:rPr lang="vi-VN" sz="2600" b="1" dirty="0">
                <a:solidFill>
                  <a:srgbClr val="C00000"/>
                </a:solidFill>
              </a:rPr>
              <a:t>VI.</a:t>
            </a:r>
            <a:r>
              <a:rPr lang="vi-VN" sz="2600" b="1" spc="-60" dirty="0">
                <a:solidFill>
                  <a:srgbClr val="C00000"/>
                </a:solidFill>
              </a:rPr>
              <a:t> </a:t>
            </a:r>
            <a:r>
              <a:rPr lang="en-US" sz="2600" b="1" dirty="0">
                <a:solidFill>
                  <a:srgbClr val="C00000"/>
                </a:solidFill>
              </a:rPr>
              <a:t>BỘ MÁY NHÀ NƯỚC</a:t>
            </a:r>
            <a:endParaRPr lang="vi-VN" sz="2600" b="1" spc="-20" dirty="0">
              <a:solidFill>
                <a:srgbClr val="C00000"/>
              </a:solidFill>
            </a:endParaRPr>
          </a:p>
        </p:txBody>
      </p:sp>
      <p:sp>
        <p:nvSpPr>
          <p:cNvPr id="8" name="object 24">
            <a:extLst>
              <a:ext uri="{FF2B5EF4-FFF2-40B4-BE49-F238E27FC236}">
                <a16:creationId xmlns:a16="http://schemas.microsoft.com/office/drawing/2014/main" id="{3197032E-8F10-43F0-87FF-370CC5221489}"/>
              </a:ext>
            </a:extLst>
          </p:cNvPr>
          <p:cNvSpPr txBox="1"/>
          <p:nvPr/>
        </p:nvSpPr>
        <p:spPr>
          <a:xfrm>
            <a:off x="912019" y="2209800"/>
            <a:ext cx="2603500" cy="2734082"/>
          </a:xfrm>
          <a:prstGeom prst="rect">
            <a:avLst/>
          </a:prstGeom>
          <a:solidFill>
            <a:srgbClr val="CC99FF"/>
          </a:solidFill>
          <a:ln w="9144">
            <a:solidFill>
              <a:srgbClr val="FF66CC"/>
            </a:solidFill>
          </a:ln>
        </p:spPr>
        <p:txBody>
          <a:bodyPr vert="horz" wrap="square" lIns="0" tIns="17780" rIns="0" bIns="0" rtlCol="0">
            <a:spAutoFit/>
          </a:bodyPr>
          <a:lstStyle/>
          <a:p>
            <a:pPr marL="189230" marR="181610" indent="-635" algn="ctr">
              <a:lnSpc>
                <a:spcPts val="4320"/>
              </a:lnSpc>
              <a:spcBef>
                <a:spcPts val="140"/>
              </a:spcBef>
            </a:pPr>
            <a:r>
              <a:rPr sz="2400" b="1" dirty="0">
                <a:latin typeface="Times New Roman" panose="02020603050405020304" pitchFamily="18" charset="0"/>
                <a:cs typeface="Times New Roman" panose="02020603050405020304" pitchFamily="18" charset="0"/>
              </a:rPr>
              <a:t>LÀ</a:t>
            </a:r>
            <a:r>
              <a:rPr sz="2400" b="1" spc="-4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HỆ</a:t>
            </a:r>
            <a:r>
              <a:rPr sz="2400" b="1" spc="-4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THỐNG </a:t>
            </a:r>
            <a:r>
              <a:rPr sz="2400" b="1" dirty="0">
                <a:latin typeface="Times New Roman" panose="02020603050405020304" pitchFamily="18" charset="0"/>
                <a:cs typeface="Times New Roman" panose="02020603050405020304" pitchFamily="18" charset="0"/>
              </a:rPr>
              <a:t>CÁC</a:t>
            </a:r>
            <a:r>
              <a:rPr sz="2400" b="1" spc="-4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CƠ</a:t>
            </a:r>
            <a:r>
              <a:rPr sz="2400" b="1" spc="-60"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QUAN</a:t>
            </a:r>
            <a:endParaRPr sz="2400" dirty="0">
              <a:latin typeface="Times New Roman" panose="02020603050405020304" pitchFamily="18" charset="0"/>
              <a:cs typeface="Times New Roman" panose="02020603050405020304" pitchFamily="18" charset="0"/>
            </a:endParaRPr>
          </a:p>
          <a:p>
            <a:pPr marL="189230" marR="181610" algn="ctr">
              <a:lnSpc>
                <a:spcPts val="4320"/>
              </a:lnSpc>
              <a:spcBef>
                <a:spcPts val="5"/>
              </a:spcBef>
            </a:pPr>
            <a:r>
              <a:rPr sz="2400" b="1" dirty="0">
                <a:latin typeface="Times New Roman" panose="02020603050405020304" pitchFamily="18" charset="0"/>
                <a:cs typeface="Times New Roman" panose="02020603050405020304" pitchFamily="18" charset="0"/>
              </a:rPr>
              <a:t>NHÀ</a:t>
            </a:r>
            <a:r>
              <a:rPr sz="2400" b="1" spc="-6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NƯỚC</a:t>
            </a:r>
            <a:r>
              <a:rPr sz="2400" b="1" spc="-80"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TỪ </a:t>
            </a:r>
            <a:r>
              <a:rPr sz="2400" b="1" dirty="0">
                <a:latin typeface="Times New Roman" panose="02020603050405020304" pitchFamily="18" charset="0"/>
                <a:cs typeface="Times New Roman" panose="02020603050405020304" pitchFamily="18" charset="0"/>
              </a:rPr>
              <a:t>TRUNG</a:t>
            </a:r>
            <a:r>
              <a:rPr sz="2400" b="1" spc="-80"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ƯƠNG</a:t>
            </a:r>
            <a:endParaRPr sz="2400" dirty="0">
              <a:latin typeface="Times New Roman" panose="02020603050405020304" pitchFamily="18" charset="0"/>
              <a:cs typeface="Times New Roman" panose="02020603050405020304" pitchFamily="18" charset="0"/>
            </a:endParaRPr>
          </a:p>
          <a:p>
            <a:pPr algn="ctr">
              <a:lnSpc>
                <a:spcPct val="100000"/>
              </a:lnSpc>
              <a:spcBef>
                <a:spcPts val="1060"/>
              </a:spcBef>
            </a:pPr>
            <a:r>
              <a:rPr sz="2400" b="1" dirty="0">
                <a:latin typeface="Times New Roman" panose="02020603050405020304" pitchFamily="18" charset="0"/>
                <a:cs typeface="Times New Roman" panose="02020603050405020304" pitchFamily="18" charset="0"/>
              </a:rPr>
              <a:t>ĐẾN</a:t>
            </a:r>
            <a:r>
              <a:rPr sz="2400" b="1" spc="-5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CƠ</a:t>
            </a:r>
            <a:r>
              <a:rPr sz="2400" b="1" spc="-50"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SỞ</a:t>
            </a:r>
            <a:endParaRPr sz="2400" dirty="0">
              <a:latin typeface="Times New Roman" panose="02020603050405020304" pitchFamily="18" charset="0"/>
              <a:cs typeface="Times New Roman" panose="02020603050405020304" pitchFamily="18" charset="0"/>
            </a:endParaRPr>
          </a:p>
        </p:txBody>
      </p:sp>
      <p:sp>
        <p:nvSpPr>
          <p:cNvPr id="9" name="object 28">
            <a:extLst>
              <a:ext uri="{FF2B5EF4-FFF2-40B4-BE49-F238E27FC236}">
                <a16:creationId xmlns:a16="http://schemas.microsoft.com/office/drawing/2014/main" id="{6E657C8D-D5AA-4069-8ED7-C9536D3F1868}"/>
              </a:ext>
            </a:extLst>
          </p:cNvPr>
          <p:cNvSpPr txBox="1"/>
          <p:nvPr/>
        </p:nvSpPr>
        <p:spPr>
          <a:xfrm>
            <a:off x="4989897" y="1771650"/>
            <a:ext cx="3217545" cy="4915769"/>
          </a:xfrm>
          <a:prstGeom prst="rect">
            <a:avLst/>
          </a:prstGeom>
          <a:solidFill>
            <a:srgbClr val="FFAEAE"/>
          </a:solidFill>
          <a:ln w="9144">
            <a:solidFill>
              <a:srgbClr val="8EA642"/>
            </a:solidFill>
          </a:ln>
        </p:spPr>
        <p:txBody>
          <a:bodyPr vert="horz" wrap="square" lIns="0" tIns="18415" rIns="0" bIns="0" rtlCol="0">
            <a:spAutoFit/>
          </a:bodyPr>
          <a:lstStyle/>
          <a:p>
            <a:pPr marL="125095" marR="117475" algn="ctr">
              <a:lnSpc>
                <a:spcPts val="4320"/>
              </a:lnSpc>
              <a:spcBef>
                <a:spcPts val="145"/>
              </a:spcBef>
            </a:pPr>
            <a:r>
              <a:rPr sz="2400" b="1" dirty="0">
                <a:latin typeface="Times New Roman" panose="02020603050405020304" pitchFamily="18" charset="0"/>
                <a:cs typeface="Times New Roman" panose="02020603050405020304" pitchFamily="18" charset="0"/>
              </a:rPr>
              <a:t>ĐƯỢC</a:t>
            </a:r>
            <a:r>
              <a:rPr sz="2400" b="1" spc="-6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TỔ</a:t>
            </a:r>
            <a:r>
              <a:rPr sz="2400" b="1" spc="-6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CHỨC</a:t>
            </a:r>
            <a:r>
              <a:rPr sz="2400" b="1" spc="-60"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VÀ </a:t>
            </a:r>
            <a:r>
              <a:rPr sz="2400" b="1" dirty="0">
                <a:latin typeface="Times New Roman" panose="02020603050405020304" pitchFamily="18" charset="0"/>
                <a:cs typeface="Times New Roman" panose="02020603050405020304" pitchFamily="18" charset="0"/>
              </a:rPr>
              <a:t>HOẠT ĐỘNG </a:t>
            </a:r>
            <a:r>
              <a:rPr sz="2400" b="1" spc="-20" dirty="0">
                <a:latin typeface="Times New Roman" panose="02020603050405020304" pitchFamily="18" charset="0"/>
                <a:cs typeface="Times New Roman" panose="02020603050405020304" pitchFamily="18" charset="0"/>
              </a:rPr>
              <a:t>THEO</a:t>
            </a:r>
            <a:endParaRPr sz="2400" dirty="0">
              <a:latin typeface="Times New Roman" panose="02020603050405020304" pitchFamily="18" charset="0"/>
              <a:cs typeface="Times New Roman" panose="02020603050405020304" pitchFamily="18" charset="0"/>
            </a:endParaRPr>
          </a:p>
          <a:p>
            <a:pPr marL="238125" marR="226695" algn="ctr">
              <a:lnSpc>
                <a:spcPts val="4320"/>
              </a:lnSpc>
              <a:spcBef>
                <a:spcPts val="5"/>
              </a:spcBef>
            </a:pPr>
            <a:r>
              <a:rPr sz="2400" b="1" dirty="0">
                <a:latin typeface="Times New Roman" panose="02020603050405020304" pitchFamily="18" charset="0"/>
                <a:cs typeface="Times New Roman" panose="02020603050405020304" pitchFamily="18" charset="0"/>
              </a:rPr>
              <a:t>NHỮNG</a:t>
            </a:r>
            <a:r>
              <a:rPr sz="2400" b="1" spc="-9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NGUYÊN </a:t>
            </a:r>
            <a:r>
              <a:rPr sz="2400" b="1" dirty="0">
                <a:latin typeface="Times New Roman" panose="02020603050405020304" pitchFamily="18" charset="0"/>
                <a:cs typeface="Times New Roman" panose="02020603050405020304" pitchFamily="18" charset="0"/>
              </a:rPr>
              <a:t>TẮC</a:t>
            </a:r>
            <a:r>
              <a:rPr sz="2400" b="1" spc="-3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THỐNG</a:t>
            </a:r>
            <a:r>
              <a:rPr sz="2400" b="1" spc="-30"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NHẤT</a:t>
            </a:r>
            <a:endParaRPr sz="2400" dirty="0">
              <a:latin typeface="Times New Roman" panose="02020603050405020304" pitchFamily="18" charset="0"/>
              <a:cs typeface="Times New Roman" panose="02020603050405020304" pitchFamily="18" charset="0"/>
            </a:endParaRPr>
          </a:p>
          <a:p>
            <a:pPr marL="233679" marR="222885" indent="-635" algn="ctr">
              <a:lnSpc>
                <a:spcPts val="4320"/>
              </a:lnSpc>
            </a:pPr>
            <a:r>
              <a:rPr sz="2400" b="1" dirty="0">
                <a:latin typeface="Times New Roman" panose="02020603050405020304" pitchFamily="18" charset="0"/>
                <a:cs typeface="Times New Roman" panose="02020603050405020304" pitchFamily="18" charset="0"/>
              </a:rPr>
              <a:t>NHẰM</a:t>
            </a:r>
            <a:r>
              <a:rPr sz="2400" b="1" spc="-7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THỰC</a:t>
            </a:r>
            <a:r>
              <a:rPr sz="2400" b="1" spc="-70"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HIỆN </a:t>
            </a:r>
            <a:r>
              <a:rPr sz="2400" b="1" dirty="0">
                <a:latin typeface="Times New Roman" panose="02020603050405020304" pitchFamily="18" charset="0"/>
                <a:cs typeface="Times New Roman" panose="02020603050405020304" pitchFamily="18" charset="0"/>
              </a:rPr>
              <a:t>CHỨC</a:t>
            </a:r>
            <a:r>
              <a:rPr sz="2400" b="1" spc="-9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NĂNG, </a:t>
            </a:r>
            <a:r>
              <a:rPr sz="2400" b="1" dirty="0">
                <a:latin typeface="Times New Roman" panose="02020603050405020304" pitchFamily="18" charset="0"/>
                <a:cs typeface="Times New Roman" panose="02020603050405020304" pitchFamily="18" charset="0"/>
              </a:rPr>
              <a:t>NHIỆM</a:t>
            </a:r>
            <a:r>
              <a:rPr sz="2400" b="1" spc="-6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VỤ</a:t>
            </a:r>
            <a:r>
              <a:rPr sz="2400" b="1" spc="-6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CỦA</a:t>
            </a:r>
            <a:r>
              <a:rPr sz="2400" b="1" spc="-120"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NN</a:t>
            </a:r>
            <a:endParaRPr sz="2400" dirty="0">
              <a:latin typeface="Times New Roman" panose="02020603050405020304" pitchFamily="18" charset="0"/>
              <a:cs typeface="Times New Roman" panose="02020603050405020304" pitchFamily="18" charset="0"/>
            </a:endParaRPr>
          </a:p>
        </p:txBody>
      </p:sp>
      <p:sp>
        <p:nvSpPr>
          <p:cNvPr id="2" name="Arrow: Striped Right 1">
            <a:extLst>
              <a:ext uri="{FF2B5EF4-FFF2-40B4-BE49-F238E27FC236}">
                <a16:creationId xmlns:a16="http://schemas.microsoft.com/office/drawing/2014/main" id="{347A5676-1339-450B-BF3B-EE9BF57EF84A}"/>
              </a:ext>
            </a:extLst>
          </p:cNvPr>
          <p:cNvSpPr/>
          <p:nvPr/>
        </p:nvSpPr>
        <p:spPr>
          <a:xfrm>
            <a:off x="3781016" y="3275308"/>
            <a:ext cx="1066800" cy="1066800"/>
          </a:xfrm>
          <a:prstGeom prst="striped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22804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FCD3CD8-B51D-482A-A248-38BC56E09E0E}"/>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6" name="object 8">
            <a:extLst>
              <a:ext uri="{FF2B5EF4-FFF2-40B4-BE49-F238E27FC236}">
                <a16:creationId xmlns:a16="http://schemas.microsoft.com/office/drawing/2014/main" id="{B9D4F257-8DCC-429A-BC4F-61869E65662F}"/>
              </a:ext>
            </a:extLst>
          </p:cNvPr>
          <p:cNvSpPr txBox="1">
            <a:spLocks noGrp="1"/>
          </p:cNvSpPr>
          <p:nvPr>
            <p:ph type="title"/>
          </p:nvPr>
        </p:nvSpPr>
        <p:spPr>
          <a:xfrm>
            <a:off x="228600" y="838200"/>
            <a:ext cx="4648200" cy="762000"/>
          </a:xfrm>
          <a:prstGeom prst="rect">
            <a:avLst/>
          </a:prstGeom>
        </p:spPr>
        <p:txBody>
          <a:bodyPr vert="horz" wrap="square" lIns="0" tIns="340994" rIns="0" bIns="0" rtlCol="0">
            <a:spAutoFit/>
          </a:bodyPr>
          <a:lstStyle/>
          <a:p>
            <a:pPr marL="471805">
              <a:lnSpc>
                <a:spcPct val="100000"/>
              </a:lnSpc>
              <a:spcBef>
                <a:spcPts val="95"/>
              </a:spcBef>
            </a:pPr>
            <a:r>
              <a:rPr lang="vi-VN" sz="2600" b="1" dirty="0">
                <a:solidFill>
                  <a:srgbClr val="C00000"/>
                </a:solidFill>
              </a:rPr>
              <a:t>VI.</a:t>
            </a:r>
            <a:r>
              <a:rPr lang="vi-VN" sz="2600" b="1" spc="-60" dirty="0">
                <a:solidFill>
                  <a:srgbClr val="C00000"/>
                </a:solidFill>
              </a:rPr>
              <a:t> </a:t>
            </a:r>
            <a:r>
              <a:rPr lang="en-US" sz="2600" b="1" dirty="0">
                <a:solidFill>
                  <a:srgbClr val="C00000"/>
                </a:solidFill>
              </a:rPr>
              <a:t>BỘ MÁY NHÀ NƯỚC</a:t>
            </a:r>
            <a:endParaRPr lang="vi-VN" sz="2600" b="1" spc="-20" dirty="0">
              <a:solidFill>
                <a:srgbClr val="C00000"/>
              </a:solidFill>
            </a:endParaRPr>
          </a:p>
        </p:txBody>
      </p:sp>
      <p:sp>
        <p:nvSpPr>
          <p:cNvPr id="7" name="Rectangle 3">
            <a:extLst>
              <a:ext uri="{FF2B5EF4-FFF2-40B4-BE49-F238E27FC236}">
                <a16:creationId xmlns:a16="http://schemas.microsoft.com/office/drawing/2014/main" id="{9640EEA3-3E16-4429-B341-477AEBC7DBEB}"/>
              </a:ext>
            </a:extLst>
          </p:cNvPr>
          <p:cNvSpPr>
            <a:spLocks noGrp="1" noRot="1" noChangeArrowheads="1"/>
          </p:cNvSpPr>
          <p:nvPr>
            <p:ph idx="1"/>
          </p:nvPr>
        </p:nvSpPr>
        <p:spPr>
          <a:xfrm>
            <a:off x="912019" y="1622156"/>
            <a:ext cx="8007350" cy="4953000"/>
          </a:xfrm>
        </p:spPr>
        <p:txBody>
          <a:bodyPr rtlCol="0">
            <a:normAutofit/>
          </a:bodyPr>
          <a:lstStyle/>
          <a:p>
            <a:pPr marL="0" indent="0" eaLnBrk="1" fontAlgn="auto" hangingPunct="1">
              <a:spcAft>
                <a:spcPts val="1200"/>
              </a:spcAft>
              <a:buFont typeface="Wingdings 3" charset="2"/>
              <a:buNone/>
              <a:defRPr/>
            </a:pPr>
            <a:r>
              <a:rPr lang="en-US" altLang="en-US" sz="2200" b="1" dirty="0">
                <a:solidFill>
                  <a:schemeClr val="accent1"/>
                </a:solidFill>
                <a:latin typeface="Arial" panose="020B0604020202020204" pitchFamily="34" charset="0"/>
                <a:cs typeface="Arial" panose="020B0604020202020204" pitchFamily="34" charset="0"/>
              </a:rPr>
              <a:t>2. </a:t>
            </a:r>
            <a:r>
              <a:rPr lang="en-US" altLang="en-US" sz="2200" b="1" dirty="0" err="1">
                <a:solidFill>
                  <a:schemeClr val="accent1"/>
                </a:solidFill>
                <a:latin typeface="Arial" panose="020B0604020202020204" pitchFamily="34" charset="0"/>
                <a:cs typeface="Arial" panose="020B0604020202020204" pitchFamily="34" charset="0"/>
              </a:rPr>
              <a:t>Đặc</a:t>
            </a:r>
            <a:r>
              <a:rPr lang="en-US" altLang="en-US" sz="2200" b="1" dirty="0">
                <a:solidFill>
                  <a:schemeClr val="accent1"/>
                </a:solidFill>
                <a:latin typeface="Arial" panose="020B0604020202020204" pitchFamily="34" charset="0"/>
                <a:cs typeface="Arial" panose="020B0604020202020204" pitchFamily="34" charset="0"/>
              </a:rPr>
              <a:t> </a:t>
            </a:r>
            <a:r>
              <a:rPr lang="en-US" altLang="en-US" sz="2200" b="1" dirty="0" err="1">
                <a:solidFill>
                  <a:schemeClr val="accent1"/>
                </a:solidFill>
                <a:latin typeface="Arial" panose="020B0604020202020204" pitchFamily="34" charset="0"/>
                <a:cs typeface="Arial" panose="020B0604020202020204" pitchFamily="34" charset="0"/>
              </a:rPr>
              <a:t>điểm</a:t>
            </a:r>
            <a:endParaRPr lang="en-US" altLang="en-US" sz="2200" b="1" dirty="0">
              <a:solidFill>
                <a:schemeClr val="accent1"/>
              </a:solidFill>
              <a:latin typeface="Arial" panose="020B0604020202020204" pitchFamily="34" charset="0"/>
              <a:cs typeface="Arial" panose="020B0604020202020204" pitchFamily="34" charset="0"/>
            </a:endParaRPr>
          </a:p>
          <a:p>
            <a:pPr eaLnBrk="1" fontAlgn="auto" hangingPunct="1">
              <a:spcBef>
                <a:spcPts val="1200"/>
              </a:spcBef>
              <a:spcAft>
                <a:spcPts val="1200"/>
              </a:spcAft>
              <a:buFont typeface="Wingdings 3" charset="2"/>
              <a:buChar char=""/>
              <a:defRPr/>
            </a:pP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Là</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bộ</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phận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hợp</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thành</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bộ</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máy</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NN</a:t>
            </a:r>
          </a:p>
          <a:p>
            <a:pPr eaLnBrk="1" fontAlgn="auto" hangingPunct="1">
              <a:spcBef>
                <a:spcPts val="1200"/>
              </a:spcBef>
              <a:spcAft>
                <a:spcPts val="1200"/>
              </a:spcAft>
              <a:buFont typeface="Wingdings 3" charset="2"/>
              <a:buChar char=""/>
              <a:defRPr/>
            </a:pP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Việc</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thành</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lập</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hoạt</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động</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hay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giải</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thể</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đều</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phải</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tuân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theo</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quy</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định</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của</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pháp</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luật</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a:t>
            </a:r>
          </a:p>
          <a:p>
            <a:pPr eaLnBrk="1" fontAlgn="auto" hangingPunct="1">
              <a:spcBef>
                <a:spcPts val="1200"/>
              </a:spcBef>
              <a:spcAft>
                <a:spcPts val="1200"/>
              </a:spcAft>
              <a:buFont typeface="Wingdings 3" charset="2"/>
              <a:buChar char=""/>
              <a:defRPr/>
            </a:pP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Hoạt</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động</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mang</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tính</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quyền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lực</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a:t>
            </a:r>
          </a:p>
          <a:p>
            <a:pPr marL="0" indent="0" eaLnBrk="1" fontAlgn="auto" hangingPunct="1">
              <a:spcBef>
                <a:spcPts val="1200"/>
              </a:spcBef>
              <a:spcAft>
                <a:spcPts val="1200"/>
              </a:spcAft>
              <a:buFont typeface="Wingdings 3" charset="2"/>
              <a:buNone/>
              <a:defRPr/>
            </a:pP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a:solidFill>
                  <a:schemeClr val="bg1">
                    <a:lumMod val="50000"/>
                  </a:schemeClr>
                </a:solidFill>
                <a:latin typeface="Arial" panose="020B0604020202020204" pitchFamily="34" charset="0"/>
                <a:cs typeface="Arial" panose="020B0604020202020204" pitchFamily="34" charset="0"/>
              </a:rPr>
              <a:t>-</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Ban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hành</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văn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bản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pháp</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luật</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có</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tính</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bắt</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buộc</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thi</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hành</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a:t>
            </a:r>
          </a:p>
          <a:p>
            <a:pPr marL="0" indent="0" eaLnBrk="1" fontAlgn="auto" hangingPunct="1">
              <a:spcBef>
                <a:spcPts val="1200"/>
              </a:spcBef>
              <a:spcAft>
                <a:spcPts val="1200"/>
              </a:spcAft>
              <a:buFont typeface="Wingdings 3" charset="2"/>
              <a:buNone/>
              <a:defRPr/>
            </a:pP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a:solidFill>
                  <a:schemeClr val="bg1">
                    <a:lumMod val="50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Có</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quyền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kiểm</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tra</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giám</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sát</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việc</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thực</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hiện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những</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văn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bản</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 </a:t>
            </a:r>
            <a:r>
              <a:rPr lang="en-US" altLang="en-US" sz="2200" dirty="0" err="1">
                <a:solidFill>
                  <a:schemeClr val="tx1">
                    <a:lumMod val="75000"/>
                    <a:lumOff val="25000"/>
                  </a:schemeClr>
                </a:solidFill>
                <a:latin typeface="Arial" panose="020B0604020202020204" pitchFamily="34" charset="0"/>
                <a:cs typeface="Arial" panose="020B0604020202020204" pitchFamily="34" charset="0"/>
              </a:rPr>
              <a:t>đó</a:t>
            </a:r>
            <a:r>
              <a:rPr lang="en-US" altLang="en-US" sz="2200" dirty="0">
                <a:solidFill>
                  <a:schemeClr val="tx1">
                    <a:lumMod val="75000"/>
                    <a:lumOff val="25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1933814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071372" y="306324"/>
            <a:ext cx="1103630" cy="1104900"/>
          </a:xfrm>
          <a:custGeom>
            <a:avLst/>
            <a:gdLst/>
            <a:ahLst/>
            <a:cxnLst/>
            <a:rect l="l" t="t" r="r" b="b"/>
            <a:pathLst>
              <a:path w="1103630" h="1104900">
                <a:moveTo>
                  <a:pt x="551688" y="0"/>
                </a:moveTo>
                <a:lnTo>
                  <a:pt x="504088" y="2028"/>
                </a:lnTo>
                <a:lnTo>
                  <a:pt x="457612" y="8002"/>
                </a:lnTo>
                <a:lnTo>
                  <a:pt x="412426" y="17756"/>
                </a:lnTo>
                <a:lnTo>
                  <a:pt x="368696" y="31124"/>
                </a:lnTo>
                <a:lnTo>
                  <a:pt x="326586" y="47940"/>
                </a:lnTo>
                <a:lnTo>
                  <a:pt x="286263" y="68038"/>
                </a:lnTo>
                <a:lnTo>
                  <a:pt x="247891" y="91251"/>
                </a:lnTo>
                <a:lnTo>
                  <a:pt x="211638" y="117415"/>
                </a:lnTo>
                <a:lnTo>
                  <a:pt x="177668" y="146363"/>
                </a:lnTo>
                <a:lnTo>
                  <a:pt x="146147" y="177929"/>
                </a:lnTo>
                <a:lnTo>
                  <a:pt x="117241" y="211947"/>
                </a:lnTo>
                <a:lnTo>
                  <a:pt x="91115" y="248251"/>
                </a:lnTo>
                <a:lnTo>
                  <a:pt x="67936" y="286676"/>
                </a:lnTo>
                <a:lnTo>
                  <a:pt x="47868" y="327054"/>
                </a:lnTo>
                <a:lnTo>
                  <a:pt x="31077" y="369221"/>
                </a:lnTo>
                <a:lnTo>
                  <a:pt x="17729" y="413009"/>
                </a:lnTo>
                <a:lnTo>
                  <a:pt x="7990" y="458255"/>
                </a:lnTo>
                <a:lnTo>
                  <a:pt x="2025" y="504790"/>
                </a:lnTo>
                <a:lnTo>
                  <a:pt x="0" y="552450"/>
                </a:lnTo>
                <a:lnTo>
                  <a:pt x="2025" y="600109"/>
                </a:lnTo>
                <a:lnTo>
                  <a:pt x="7990" y="646644"/>
                </a:lnTo>
                <a:lnTo>
                  <a:pt x="17729" y="691890"/>
                </a:lnTo>
                <a:lnTo>
                  <a:pt x="31077" y="735678"/>
                </a:lnTo>
                <a:lnTo>
                  <a:pt x="47868" y="777845"/>
                </a:lnTo>
                <a:lnTo>
                  <a:pt x="67936" y="818223"/>
                </a:lnTo>
                <a:lnTo>
                  <a:pt x="91115" y="856648"/>
                </a:lnTo>
                <a:lnTo>
                  <a:pt x="117241" y="892952"/>
                </a:lnTo>
                <a:lnTo>
                  <a:pt x="146147" y="926970"/>
                </a:lnTo>
                <a:lnTo>
                  <a:pt x="177668" y="958536"/>
                </a:lnTo>
                <a:lnTo>
                  <a:pt x="211638" y="987484"/>
                </a:lnTo>
                <a:lnTo>
                  <a:pt x="247891" y="1013648"/>
                </a:lnTo>
                <a:lnTo>
                  <a:pt x="286263" y="1036861"/>
                </a:lnTo>
                <a:lnTo>
                  <a:pt x="326586" y="1056959"/>
                </a:lnTo>
                <a:lnTo>
                  <a:pt x="368696" y="1073775"/>
                </a:lnTo>
                <a:lnTo>
                  <a:pt x="412426" y="1087143"/>
                </a:lnTo>
                <a:lnTo>
                  <a:pt x="457612" y="1096897"/>
                </a:lnTo>
                <a:lnTo>
                  <a:pt x="504088" y="1102871"/>
                </a:lnTo>
                <a:lnTo>
                  <a:pt x="551688" y="1104900"/>
                </a:lnTo>
                <a:lnTo>
                  <a:pt x="599287" y="1102871"/>
                </a:lnTo>
                <a:lnTo>
                  <a:pt x="645763" y="1096897"/>
                </a:lnTo>
                <a:lnTo>
                  <a:pt x="690949" y="1087143"/>
                </a:lnTo>
                <a:lnTo>
                  <a:pt x="734679" y="1073775"/>
                </a:lnTo>
                <a:lnTo>
                  <a:pt x="776789" y="1056959"/>
                </a:lnTo>
                <a:lnTo>
                  <a:pt x="817112" y="1036861"/>
                </a:lnTo>
                <a:lnTo>
                  <a:pt x="855484" y="1013648"/>
                </a:lnTo>
                <a:lnTo>
                  <a:pt x="891737" y="987484"/>
                </a:lnTo>
                <a:lnTo>
                  <a:pt x="925707" y="958536"/>
                </a:lnTo>
                <a:lnTo>
                  <a:pt x="957228" y="926970"/>
                </a:lnTo>
                <a:lnTo>
                  <a:pt x="986134" y="892952"/>
                </a:lnTo>
                <a:lnTo>
                  <a:pt x="1012260" y="856648"/>
                </a:lnTo>
                <a:lnTo>
                  <a:pt x="1035439" y="818223"/>
                </a:lnTo>
                <a:lnTo>
                  <a:pt x="1055507" y="777845"/>
                </a:lnTo>
                <a:lnTo>
                  <a:pt x="1072298" y="735678"/>
                </a:lnTo>
                <a:lnTo>
                  <a:pt x="1085646" y="691890"/>
                </a:lnTo>
                <a:lnTo>
                  <a:pt x="1095385" y="646644"/>
                </a:lnTo>
                <a:lnTo>
                  <a:pt x="1101350" y="600109"/>
                </a:lnTo>
                <a:lnTo>
                  <a:pt x="1103376" y="552450"/>
                </a:lnTo>
                <a:lnTo>
                  <a:pt x="1101350" y="504790"/>
                </a:lnTo>
                <a:lnTo>
                  <a:pt x="1095385" y="458255"/>
                </a:lnTo>
                <a:lnTo>
                  <a:pt x="1085646" y="413009"/>
                </a:lnTo>
                <a:lnTo>
                  <a:pt x="1072298" y="369221"/>
                </a:lnTo>
                <a:lnTo>
                  <a:pt x="1055507" y="327054"/>
                </a:lnTo>
                <a:lnTo>
                  <a:pt x="1035439" y="286676"/>
                </a:lnTo>
                <a:lnTo>
                  <a:pt x="1012260" y="248251"/>
                </a:lnTo>
                <a:lnTo>
                  <a:pt x="986134" y="211947"/>
                </a:lnTo>
                <a:lnTo>
                  <a:pt x="957228" y="177929"/>
                </a:lnTo>
                <a:lnTo>
                  <a:pt x="925707" y="146363"/>
                </a:lnTo>
                <a:lnTo>
                  <a:pt x="891737" y="117415"/>
                </a:lnTo>
                <a:lnTo>
                  <a:pt x="855484" y="91251"/>
                </a:lnTo>
                <a:lnTo>
                  <a:pt x="817112" y="68038"/>
                </a:lnTo>
                <a:lnTo>
                  <a:pt x="776789" y="47940"/>
                </a:lnTo>
                <a:lnTo>
                  <a:pt x="734679" y="31124"/>
                </a:lnTo>
                <a:lnTo>
                  <a:pt x="690949" y="17756"/>
                </a:lnTo>
                <a:lnTo>
                  <a:pt x="645763" y="8002"/>
                </a:lnTo>
                <a:lnTo>
                  <a:pt x="599287" y="2028"/>
                </a:lnTo>
                <a:lnTo>
                  <a:pt x="551688" y="0"/>
                </a:lnTo>
                <a:close/>
              </a:path>
            </a:pathLst>
          </a:custGeom>
          <a:solidFill>
            <a:srgbClr val="D1DFCE"/>
          </a:solidFill>
        </p:spPr>
        <p:txBody>
          <a:bodyPr wrap="square" lIns="0" tIns="0" rIns="0" bIns="0" rtlCol="0"/>
          <a:lstStyle/>
          <a:p>
            <a:endParaRPr/>
          </a:p>
        </p:txBody>
      </p:sp>
      <p:sp>
        <p:nvSpPr>
          <p:cNvPr id="7" name="object 7"/>
          <p:cNvSpPr/>
          <p:nvPr/>
        </p:nvSpPr>
        <p:spPr>
          <a:xfrm>
            <a:off x="2359914" y="305561"/>
            <a:ext cx="1103630" cy="1104900"/>
          </a:xfrm>
          <a:custGeom>
            <a:avLst/>
            <a:gdLst/>
            <a:ahLst/>
            <a:cxnLst/>
            <a:rect l="l" t="t" r="r" b="b"/>
            <a:pathLst>
              <a:path w="1103629" h="1104900">
                <a:moveTo>
                  <a:pt x="1103376" y="552450"/>
                </a:moveTo>
                <a:lnTo>
                  <a:pt x="1101350" y="504790"/>
                </a:lnTo>
                <a:lnTo>
                  <a:pt x="1095385" y="458255"/>
                </a:lnTo>
                <a:lnTo>
                  <a:pt x="1085646" y="413009"/>
                </a:lnTo>
                <a:lnTo>
                  <a:pt x="1072298" y="369221"/>
                </a:lnTo>
                <a:lnTo>
                  <a:pt x="1055507" y="327054"/>
                </a:lnTo>
                <a:lnTo>
                  <a:pt x="1035439" y="286676"/>
                </a:lnTo>
                <a:lnTo>
                  <a:pt x="1012260" y="248251"/>
                </a:lnTo>
                <a:lnTo>
                  <a:pt x="986134" y="211947"/>
                </a:lnTo>
                <a:lnTo>
                  <a:pt x="957228" y="177929"/>
                </a:lnTo>
                <a:lnTo>
                  <a:pt x="925707" y="146363"/>
                </a:lnTo>
                <a:lnTo>
                  <a:pt x="891737" y="117415"/>
                </a:lnTo>
                <a:lnTo>
                  <a:pt x="855484" y="91251"/>
                </a:lnTo>
                <a:lnTo>
                  <a:pt x="817112" y="68038"/>
                </a:lnTo>
                <a:lnTo>
                  <a:pt x="776789" y="47940"/>
                </a:lnTo>
                <a:lnTo>
                  <a:pt x="734679" y="31124"/>
                </a:lnTo>
                <a:lnTo>
                  <a:pt x="690949" y="17756"/>
                </a:lnTo>
                <a:lnTo>
                  <a:pt x="645763" y="8002"/>
                </a:lnTo>
                <a:lnTo>
                  <a:pt x="599287" y="2028"/>
                </a:lnTo>
                <a:lnTo>
                  <a:pt x="551688" y="0"/>
                </a:lnTo>
                <a:lnTo>
                  <a:pt x="504088" y="2028"/>
                </a:lnTo>
                <a:lnTo>
                  <a:pt x="457612" y="8002"/>
                </a:lnTo>
                <a:lnTo>
                  <a:pt x="412426" y="17756"/>
                </a:lnTo>
                <a:lnTo>
                  <a:pt x="368696" y="31124"/>
                </a:lnTo>
                <a:lnTo>
                  <a:pt x="326586" y="47940"/>
                </a:lnTo>
                <a:lnTo>
                  <a:pt x="286263" y="68038"/>
                </a:lnTo>
                <a:lnTo>
                  <a:pt x="247891" y="91251"/>
                </a:lnTo>
                <a:lnTo>
                  <a:pt x="211638" y="117415"/>
                </a:lnTo>
                <a:lnTo>
                  <a:pt x="177668" y="146363"/>
                </a:lnTo>
                <a:lnTo>
                  <a:pt x="146147" y="177929"/>
                </a:lnTo>
                <a:lnTo>
                  <a:pt x="117241" y="211947"/>
                </a:lnTo>
                <a:lnTo>
                  <a:pt x="91115" y="248251"/>
                </a:lnTo>
                <a:lnTo>
                  <a:pt x="67936" y="286676"/>
                </a:lnTo>
                <a:lnTo>
                  <a:pt x="47868" y="327054"/>
                </a:lnTo>
                <a:lnTo>
                  <a:pt x="31077" y="369221"/>
                </a:lnTo>
                <a:lnTo>
                  <a:pt x="17729" y="413009"/>
                </a:lnTo>
                <a:lnTo>
                  <a:pt x="7990" y="458255"/>
                </a:lnTo>
                <a:lnTo>
                  <a:pt x="2025" y="504790"/>
                </a:lnTo>
                <a:lnTo>
                  <a:pt x="0" y="552450"/>
                </a:lnTo>
                <a:lnTo>
                  <a:pt x="2025" y="600109"/>
                </a:lnTo>
                <a:lnTo>
                  <a:pt x="7990" y="646644"/>
                </a:lnTo>
                <a:lnTo>
                  <a:pt x="17729" y="691890"/>
                </a:lnTo>
                <a:lnTo>
                  <a:pt x="31077" y="735678"/>
                </a:lnTo>
                <a:lnTo>
                  <a:pt x="47868" y="777845"/>
                </a:lnTo>
                <a:lnTo>
                  <a:pt x="67936" y="818223"/>
                </a:lnTo>
                <a:lnTo>
                  <a:pt x="91115" y="856648"/>
                </a:lnTo>
                <a:lnTo>
                  <a:pt x="117241" y="892952"/>
                </a:lnTo>
                <a:lnTo>
                  <a:pt x="146147" y="926970"/>
                </a:lnTo>
                <a:lnTo>
                  <a:pt x="177668" y="958536"/>
                </a:lnTo>
                <a:lnTo>
                  <a:pt x="211638" y="987484"/>
                </a:lnTo>
                <a:lnTo>
                  <a:pt x="247891" y="1013648"/>
                </a:lnTo>
                <a:lnTo>
                  <a:pt x="286263" y="1036861"/>
                </a:lnTo>
                <a:lnTo>
                  <a:pt x="326586" y="1056959"/>
                </a:lnTo>
                <a:lnTo>
                  <a:pt x="368696" y="1073775"/>
                </a:lnTo>
                <a:lnTo>
                  <a:pt x="412426" y="1087143"/>
                </a:lnTo>
                <a:lnTo>
                  <a:pt x="457612" y="1096897"/>
                </a:lnTo>
                <a:lnTo>
                  <a:pt x="504088" y="1102871"/>
                </a:lnTo>
                <a:lnTo>
                  <a:pt x="551688" y="1104900"/>
                </a:lnTo>
                <a:lnTo>
                  <a:pt x="599287" y="1102871"/>
                </a:lnTo>
                <a:lnTo>
                  <a:pt x="645763" y="1096897"/>
                </a:lnTo>
                <a:lnTo>
                  <a:pt x="690949" y="1087143"/>
                </a:lnTo>
                <a:lnTo>
                  <a:pt x="734679" y="1073775"/>
                </a:lnTo>
                <a:lnTo>
                  <a:pt x="776789" y="1056959"/>
                </a:lnTo>
                <a:lnTo>
                  <a:pt x="817112" y="1036861"/>
                </a:lnTo>
                <a:lnTo>
                  <a:pt x="855484" y="1013648"/>
                </a:lnTo>
                <a:lnTo>
                  <a:pt x="891737" y="987484"/>
                </a:lnTo>
                <a:lnTo>
                  <a:pt x="925707" y="958536"/>
                </a:lnTo>
                <a:lnTo>
                  <a:pt x="957228" y="926970"/>
                </a:lnTo>
                <a:lnTo>
                  <a:pt x="986134" y="892952"/>
                </a:lnTo>
                <a:lnTo>
                  <a:pt x="1012260" y="856648"/>
                </a:lnTo>
                <a:lnTo>
                  <a:pt x="1035439" y="818223"/>
                </a:lnTo>
                <a:lnTo>
                  <a:pt x="1055507" y="777845"/>
                </a:lnTo>
                <a:lnTo>
                  <a:pt x="1072298" y="735678"/>
                </a:lnTo>
                <a:lnTo>
                  <a:pt x="1085646" y="691890"/>
                </a:lnTo>
                <a:lnTo>
                  <a:pt x="1095385" y="646644"/>
                </a:lnTo>
                <a:lnTo>
                  <a:pt x="1101350" y="600109"/>
                </a:lnTo>
                <a:lnTo>
                  <a:pt x="1103376" y="552450"/>
                </a:lnTo>
                <a:close/>
              </a:path>
            </a:pathLst>
          </a:custGeom>
          <a:ln w="28956">
            <a:solidFill>
              <a:srgbClr val="D1DFCE"/>
            </a:solidFill>
          </a:ln>
        </p:spPr>
        <p:txBody>
          <a:bodyPr wrap="square" lIns="0" tIns="0" rIns="0" bIns="0" rtlCol="0"/>
          <a:lstStyle/>
          <a:p>
            <a:endParaRPr/>
          </a:p>
        </p:txBody>
      </p:sp>
      <p:grpSp>
        <p:nvGrpSpPr>
          <p:cNvPr id="14" name="object 14"/>
          <p:cNvGrpSpPr/>
          <p:nvPr/>
        </p:nvGrpSpPr>
        <p:grpSpPr>
          <a:xfrm>
            <a:off x="2956872" y="2300632"/>
            <a:ext cx="4498340" cy="4569460"/>
            <a:chOff x="2233358" y="2293810"/>
            <a:chExt cx="4498340" cy="4569460"/>
          </a:xfrm>
        </p:grpSpPr>
        <p:sp>
          <p:nvSpPr>
            <p:cNvPr id="15" name="object 15"/>
            <p:cNvSpPr/>
            <p:nvPr/>
          </p:nvSpPr>
          <p:spPr>
            <a:xfrm>
              <a:off x="2238120" y="2298573"/>
              <a:ext cx="4488815" cy="4559935"/>
            </a:xfrm>
            <a:custGeom>
              <a:avLst/>
              <a:gdLst/>
              <a:ahLst/>
              <a:cxnLst/>
              <a:rect l="l" t="t" r="r" b="b"/>
              <a:pathLst>
                <a:path w="4488815" h="4559934">
                  <a:moveTo>
                    <a:pt x="4104767" y="2255139"/>
                  </a:moveTo>
                  <a:lnTo>
                    <a:pt x="1270127" y="2255139"/>
                  </a:lnTo>
                  <a:lnTo>
                    <a:pt x="1221955" y="2258131"/>
                  </a:lnTo>
                  <a:lnTo>
                    <a:pt x="1175568" y="2266869"/>
                  </a:lnTo>
                  <a:lnTo>
                    <a:pt x="1131327" y="2280991"/>
                  </a:lnTo>
                  <a:lnTo>
                    <a:pt x="1089590" y="2300138"/>
                  </a:lnTo>
                  <a:lnTo>
                    <a:pt x="1050718" y="2323951"/>
                  </a:lnTo>
                  <a:lnTo>
                    <a:pt x="1015070" y="2352068"/>
                  </a:lnTo>
                  <a:lnTo>
                    <a:pt x="983008" y="2384130"/>
                  </a:lnTo>
                  <a:lnTo>
                    <a:pt x="954891" y="2419778"/>
                  </a:lnTo>
                  <a:lnTo>
                    <a:pt x="931078" y="2458650"/>
                  </a:lnTo>
                  <a:lnTo>
                    <a:pt x="911931" y="2500387"/>
                  </a:lnTo>
                  <a:lnTo>
                    <a:pt x="897809" y="2544628"/>
                  </a:lnTo>
                  <a:lnTo>
                    <a:pt x="889071" y="2591015"/>
                  </a:lnTo>
                  <a:lnTo>
                    <a:pt x="886079" y="2639187"/>
                  </a:lnTo>
                  <a:lnTo>
                    <a:pt x="886079" y="4175366"/>
                  </a:lnTo>
                  <a:lnTo>
                    <a:pt x="889071" y="4223542"/>
                  </a:lnTo>
                  <a:lnTo>
                    <a:pt x="897809" y="4269933"/>
                  </a:lnTo>
                  <a:lnTo>
                    <a:pt x="911931" y="4314178"/>
                  </a:lnTo>
                  <a:lnTo>
                    <a:pt x="931078" y="4355917"/>
                  </a:lnTo>
                  <a:lnTo>
                    <a:pt x="954891" y="4394790"/>
                  </a:lnTo>
                  <a:lnTo>
                    <a:pt x="983008" y="4430437"/>
                  </a:lnTo>
                  <a:lnTo>
                    <a:pt x="1015070" y="4462499"/>
                  </a:lnTo>
                  <a:lnTo>
                    <a:pt x="1050718" y="4490616"/>
                  </a:lnTo>
                  <a:lnTo>
                    <a:pt x="1089590" y="4514428"/>
                  </a:lnTo>
                  <a:lnTo>
                    <a:pt x="1131327" y="4533575"/>
                  </a:lnTo>
                  <a:lnTo>
                    <a:pt x="1175568" y="4547696"/>
                  </a:lnTo>
                  <a:lnTo>
                    <a:pt x="1221955" y="4556433"/>
                  </a:lnTo>
                  <a:lnTo>
                    <a:pt x="1270127" y="4559426"/>
                  </a:lnTo>
                  <a:lnTo>
                    <a:pt x="4104767" y="4559426"/>
                  </a:lnTo>
                  <a:lnTo>
                    <a:pt x="4152938" y="4556433"/>
                  </a:lnTo>
                  <a:lnTo>
                    <a:pt x="4199325" y="4547696"/>
                  </a:lnTo>
                  <a:lnTo>
                    <a:pt x="4243566" y="4533575"/>
                  </a:lnTo>
                  <a:lnTo>
                    <a:pt x="4285303" y="4514428"/>
                  </a:lnTo>
                  <a:lnTo>
                    <a:pt x="4324175" y="4490616"/>
                  </a:lnTo>
                  <a:lnTo>
                    <a:pt x="4359823" y="4462499"/>
                  </a:lnTo>
                  <a:lnTo>
                    <a:pt x="4391885" y="4430437"/>
                  </a:lnTo>
                  <a:lnTo>
                    <a:pt x="4420002" y="4394790"/>
                  </a:lnTo>
                  <a:lnTo>
                    <a:pt x="4443815" y="4355917"/>
                  </a:lnTo>
                  <a:lnTo>
                    <a:pt x="4462962" y="4314178"/>
                  </a:lnTo>
                  <a:lnTo>
                    <a:pt x="4477084" y="4269933"/>
                  </a:lnTo>
                  <a:lnTo>
                    <a:pt x="4485822" y="4223542"/>
                  </a:lnTo>
                  <a:lnTo>
                    <a:pt x="4488814" y="4175366"/>
                  </a:lnTo>
                  <a:lnTo>
                    <a:pt x="4488814" y="2639187"/>
                  </a:lnTo>
                  <a:lnTo>
                    <a:pt x="4485822" y="2591015"/>
                  </a:lnTo>
                  <a:lnTo>
                    <a:pt x="4477084" y="2544628"/>
                  </a:lnTo>
                  <a:lnTo>
                    <a:pt x="4462962" y="2500387"/>
                  </a:lnTo>
                  <a:lnTo>
                    <a:pt x="4443815" y="2458650"/>
                  </a:lnTo>
                  <a:lnTo>
                    <a:pt x="4420002" y="2419778"/>
                  </a:lnTo>
                  <a:lnTo>
                    <a:pt x="4391885" y="2384130"/>
                  </a:lnTo>
                  <a:lnTo>
                    <a:pt x="4359823" y="2352068"/>
                  </a:lnTo>
                  <a:lnTo>
                    <a:pt x="4324175" y="2323951"/>
                  </a:lnTo>
                  <a:lnTo>
                    <a:pt x="4285303" y="2300138"/>
                  </a:lnTo>
                  <a:lnTo>
                    <a:pt x="4243566" y="2280991"/>
                  </a:lnTo>
                  <a:lnTo>
                    <a:pt x="4199325" y="2266869"/>
                  </a:lnTo>
                  <a:lnTo>
                    <a:pt x="4152938" y="2258131"/>
                  </a:lnTo>
                  <a:lnTo>
                    <a:pt x="4104767" y="2255139"/>
                  </a:lnTo>
                  <a:close/>
                </a:path>
                <a:path w="4488815" h="4559934">
                  <a:moveTo>
                    <a:pt x="0" y="0"/>
                  </a:moveTo>
                  <a:lnTo>
                    <a:pt x="1486534" y="2255139"/>
                  </a:lnTo>
                  <a:lnTo>
                    <a:pt x="2387219" y="2255139"/>
                  </a:lnTo>
                  <a:lnTo>
                    <a:pt x="0" y="0"/>
                  </a:lnTo>
                  <a:close/>
                </a:path>
              </a:pathLst>
            </a:custGeom>
            <a:solidFill>
              <a:srgbClr val="CC99FF"/>
            </a:solidFill>
          </p:spPr>
          <p:txBody>
            <a:bodyPr wrap="square" lIns="0" tIns="0" rIns="0" bIns="0" rtlCol="0"/>
            <a:lstStyle/>
            <a:p>
              <a:endParaRPr/>
            </a:p>
          </p:txBody>
        </p:sp>
        <p:sp>
          <p:nvSpPr>
            <p:cNvPr id="16" name="object 16"/>
            <p:cNvSpPr/>
            <p:nvPr/>
          </p:nvSpPr>
          <p:spPr>
            <a:xfrm>
              <a:off x="2238120" y="2298573"/>
              <a:ext cx="4488815" cy="4559935"/>
            </a:xfrm>
            <a:custGeom>
              <a:avLst/>
              <a:gdLst/>
              <a:ahLst/>
              <a:cxnLst/>
              <a:rect l="l" t="t" r="r" b="b"/>
              <a:pathLst>
                <a:path w="4488815" h="4559934">
                  <a:moveTo>
                    <a:pt x="886079" y="2639187"/>
                  </a:moveTo>
                  <a:lnTo>
                    <a:pt x="889071" y="2591015"/>
                  </a:lnTo>
                  <a:lnTo>
                    <a:pt x="897809" y="2544628"/>
                  </a:lnTo>
                  <a:lnTo>
                    <a:pt x="911931" y="2500387"/>
                  </a:lnTo>
                  <a:lnTo>
                    <a:pt x="931078" y="2458650"/>
                  </a:lnTo>
                  <a:lnTo>
                    <a:pt x="954891" y="2419778"/>
                  </a:lnTo>
                  <a:lnTo>
                    <a:pt x="983008" y="2384130"/>
                  </a:lnTo>
                  <a:lnTo>
                    <a:pt x="1015070" y="2352068"/>
                  </a:lnTo>
                  <a:lnTo>
                    <a:pt x="1050718" y="2323951"/>
                  </a:lnTo>
                  <a:lnTo>
                    <a:pt x="1089590" y="2300138"/>
                  </a:lnTo>
                  <a:lnTo>
                    <a:pt x="1131327" y="2280991"/>
                  </a:lnTo>
                  <a:lnTo>
                    <a:pt x="1175568" y="2266869"/>
                  </a:lnTo>
                  <a:lnTo>
                    <a:pt x="1221955" y="2258131"/>
                  </a:lnTo>
                  <a:lnTo>
                    <a:pt x="1270127" y="2255139"/>
                  </a:lnTo>
                  <a:lnTo>
                    <a:pt x="1486534" y="2255139"/>
                  </a:lnTo>
                  <a:lnTo>
                    <a:pt x="0" y="0"/>
                  </a:lnTo>
                  <a:lnTo>
                    <a:pt x="2387219" y="2255139"/>
                  </a:lnTo>
                  <a:lnTo>
                    <a:pt x="4104767" y="2255139"/>
                  </a:lnTo>
                  <a:lnTo>
                    <a:pt x="4152938" y="2258131"/>
                  </a:lnTo>
                  <a:lnTo>
                    <a:pt x="4199325" y="2266869"/>
                  </a:lnTo>
                  <a:lnTo>
                    <a:pt x="4243566" y="2280991"/>
                  </a:lnTo>
                  <a:lnTo>
                    <a:pt x="4285303" y="2300138"/>
                  </a:lnTo>
                  <a:lnTo>
                    <a:pt x="4324175" y="2323951"/>
                  </a:lnTo>
                  <a:lnTo>
                    <a:pt x="4359823" y="2352068"/>
                  </a:lnTo>
                  <a:lnTo>
                    <a:pt x="4391885" y="2384130"/>
                  </a:lnTo>
                  <a:lnTo>
                    <a:pt x="4420002" y="2419778"/>
                  </a:lnTo>
                  <a:lnTo>
                    <a:pt x="4443815" y="2458650"/>
                  </a:lnTo>
                  <a:lnTo>
                    <a:pt x="4462962" y="2500387"/>
                  </a:lnTo>
                  <a:lnTo>
                    <a:pt x="4477084" y="2544628"/>
                  </a:lnTo>
                  <a:lnTo>
                    <a:pt x="4485822" y="2591015"/>
                  </a:lnTo>
                  <a:lnTo>
                    <a:pt x="4488814" y="2639187"/>
                  </a:lnTo>
                  <a:lnTo>
                    <a:pt x="4488814" y="3215259"/>
                  </a:lnTo>
                  <a:lnTo>
                    <a:pt x="4488814" y="4175366"/>
                  </a:lnTo>
                  <a:lnTo>
                    <a:pt x="4485822" y="4223542"/>
                  </a:lnTo>
                  <a:lnTo>
                    <a:pt x="4477084" y="4269933"/>
                  </a:lnTo>
                  <a:lnTo>
                    <a:pt x="4462962" y="4314178"/>
                  </a:lnTo>
                  <a:lnTo>
                    <a:pt x="4443815" y="4355917"/>
                  </a:lnTo>
                  <a:lnTo>
                    <a:pt x="4420002" y="4394790"/>
                  </a:lnTo>
                  <a:lnTo>
                    <a:pt x="4391885" y="4430437"/>
                  </a:lnTo>
                  <a:lnTo>
                    <a:pt x="4359823" y="4462499"/>
                  </a:lnTo>
                  <a:lnTo>
                    <a:pt x="4324175" y="4490616"/>
                  </a:lnTo>
                  <a:lnTo>
                    <a:pt x="4285303" y="4514428"/>
                  </a:lnTo>
                  <a:lnTo>
                    <a:pt x="4243566" y="4533575"/>
                  </a:lnTo>
                  <a:lnTo>
                    <a:pt x="4199325" y="4547696"/>
                  </a:lnTo>
                  <a:lnTo>
                    <a:pt x="4152938" y="4556433"/>
                  </a:lnTo>
                  <a:lnTo>
                    <a:pt x="4104767" y="4559426"/>
                  </a:lnTo>
                  <a:lnTo>
                    <a:pt x="2387219" y="4559426"/>
                  </a:lnTo>
                  <a:lnTo>
                    <a:pt x="1486534" y="4559426"/>
                  </a:lnTo>
                  <a:lnTo>
                    <a:pt x="1270127" y="4559426"/>
                  </a:lnTo>
                  <a:lnTo>
                    <a:pt x="1221955" y="4556433"/>
                  </a:lnTo>
                  <a:lnTo>
                    <a:pt x="1175568" y="4547696"/>
                  </a:lnTo>
                  <a:lnTo>
                    <a:pt x="1131327" y="4533575"/>
                  </a:lnTo>
                  <a:lnTo>
                    <a:pt x="1089590" y="4514428"/>
                  </a:lnTo>
                  <a:lnTo>
                    <a:pt x="1050718" y="4490616"/>
                  </a:lnTo>
                  <a:lnTo>
                    <a:pt x="1015070" y="4462499"/>
                  </a:lnTo>
                  <a:lnTo>
                    <a:pt x="983008" y="4430437"/>
                  </a:lnTo>
                  <a:lnTo>
                    <a:pt x="954891" y="4394790"/>
                  </a:lnTo>
                  <a:lnTo>
                    <a:pt x="931078" y="4355917"/>
                  </a:lnTo>
                  <a:lnTo>
                    <a:pt x="911931" y="4314178"/>
                  </a:lnTo>
                  <a:lnTo>
                    <a:pt x="897809" y="4269933"/>
                  </a:lnTo>
                  <a:lnTo>
                    <a:pt x="889071" y="4223542"/>
                  </a:lnTo>
                  <a:lnTo>
                    <a:pt x="886079" y="4175366"/>
                  </a:lnTo>
                  <a:lnTo>
                    <a:pt x="886079" y="3215259"/>
                  </a:lnTo>
                  <a:lnTo>
                    <a:pt x="886079" y="2639187"/>
                  </a:lnTo>
                  <a:close/>
                </a:path>
              </a:pathLst>
            </a:custGeom>
            <a:ln w="9143">
              <a:solidFill>
                <a:srgbClr val="CC66FF"/>
              </a:solidFill>
            </a:ln>
          </p:spPr>
          <p:txBody>
            <a:bodyPr wrap="square" lIns="0" tIns="0" rIns="0" bIns="0" rtlCol="0"/>
            <a:lstStyle/>
            <a:p>
              <a:endParaRPr/>
            </a:p>
          </p:txBody>
        </p:sp>
        <p:sp>
          <p:nvSpPr>
            <p:cNvPr id="17" name="object 17"/>
            <p:cNvSpPr/>
            <p:nvPr/>
          </p:nvSpPr>
          <p:spPr>
            <a:xfrm>
              <a:off x="3540251" y="4835652"/>
              <a:ext cx="3187065" cy="1754505"/>
            </a:xfrm>
            <a:custGeom>
              <a:avLst/>
              <a:gdLst/>
              <a:ahLst/>
              <a:cxnLst/>
              <a:rect l="l" t="t" r="r" b="b"/>
              <a:pathLst>
                <a:path w="3187065" h="1754504">
                  <a:moveTo>
                    <a:pt x="0" y="1754124"/>
                  </a:moveTo>
                  <a:lnTo>
                    <a:pt x="3186683" y="1754124"/>
                  </a:lnTo>
                  <a:lnTo>
                    <a:pt x="3186683" y="0"/>
                  </a:lnTo>
                  <a:lnTo>
                    <a:pt x="0" y="0"/>
                  </a:lnTo>
                  <a:lnTo>
                    <a:pt x="0" y="1754124"/>
                  </a:lnTo>
                  <a:close/>
                </a:path>
              </a:pathLst>
            </a:custGeom>
            <a:ln w="9143">
              <a:solidFill>
                <a:srgbClr val="CC66FF"/>
              </a:solidFill>
            </a:ln>
          </p:spPr>
          <p:txBody>
            <a:bodyPr wrap="square" lIns="0" tIns="0" rIns="0" bIns="0" rtlCol="0"/>
            <a:lstStyle/>
            <a:p>
              <a:endParaRPr/>
            </a:p>
          </p:txBody>
        </p:sp>
      </p:grpSp>
      <p:sp>
        <p:nvSpPr>
          <p:cNvPr id="18" name="object 18"/>
          <p:cNvSpPr txBox="1"/>
          <p:nvPr/>
        </p:nvSpPr>
        <p:spPr>
          <a:xfrm>
            <a:off x="4773836" y="4858969"/>
            <a:ext cx="1710689" cy="975360"/>
          </a:xfrm>
          <a:prstGeom prst="rect">
            <a:avLst/>
          </a:prstGeom>
        </p:spPr>
        <p:txBody>
          <a:bodyPr vert="horz" wrap="square" lIns="0" tIns="12700" rIns="0" bIns="0" rtlCol="0">
            <a:spAutoFit/>
          </a:bodyPr>
          <a:lstStyle/>
          <a:p>
            <a:pPr marR="55244" algn="r">
              <a:lnSpc>
                <a:spcPct val="100000"/>
              </a:lnSpc>
              <a:spcBef>
                <a:spcPts val="100"/>
              </a:spcBef>
            </a:pPr>
            <a:r>
              <a:rPr sz="2400" b="1" i="1" dirty="0">
                <a:latin typeface="Arial"/>
                <a:cs typeface="Arial"/>
              </a:rPr>
              <a:t>CƠ</a:t>
            </a:r>
            <a:r>
              <a:rPr sz="2400" b="1" i="1" spc="-45" dirty="0">
                <a:latin typeface="Arial"/>
                <a:cs typeface="Arial"/>
              </a:rPr>
              <a:t> </a:t>
            </a:r>
            <a:r>
              <a:rPr sz="2400" b="1" i="1" spc="-20" dirty="0">
                <a:latin typeface="Arial"/>
                <a:cs typeface="Arial"/>
              </a:rPr>
              <a:t>QUAN</a:t>
            </a:r>
            <a:endParaRPr sz="2400" dirty="0">
              <a:latin typeface="Arial"/>
              <a:cs typeface="Arial"/>
            </a:endParaRPr>
          </a:p>
          <a:p>
            <a:pPr marR="5080" algn="r">
              <a:lnSpc>
                <a:spcPct val="100000"/>
              </a:lnSpc>
              <a:spcBef>
                <a:spcPts val="1714"/>
              </a:spcBef>
            </a:pPr>
            <a:r>
              <a:rPr sz="2400" b="1" i="1" dirty="0">
                <a:latin typeface="Arial"/>
                <a:cs typeface="Arial"/>
              </a:rPr>
              <a:t>THỰC</a:t>
            </a:r>
            <a:r>
              <a:rPr sz="2400" b="1" i="1" spc="-20" dirty="0">
                <a:latin typeface="Arial"/>
                <a:cs typeface="Arial"/>
              </a:rPr>
              <a:t> HIỆN</a:t>
            </a:r>
            <a:endParaRPr sz="2400" dirty="0">
              <a:latin typeface="Arial"/>
              <a:cs typeface="Arial"/>
            </a:endParaRPr>
          </a:p>
        </p:txBody>
      </p:sp>
      <p:sp>
        <p:nvSpPr>
          <p:cNvPr id="19" name="object 19"/>
          <p:cNvSpPr txBox="1"/>
          <p:nvPr/>
        </p:nvSpPr>
        <p:spPr>
          <a:xfrm>
            <a:off x="4220356" y="6020074"/>
            <a:ext cx="3005455" cy="391160"/>
          </a:xfrm>
          <a:prstGeom prst="rect">
            <a:avLst/>
          </a:prstGeom>
        </p:spPr>
        <p:txBody>
          <a:bodyPr vert="horz" wrap="square" lIns="0" tIns="12700" rIns="0" bIns="0" rtlCol="0">
            <a:spAutoFit/>
          </a:bodyPr>
          <a:lstStyle/>
          <a:p>
            <a:pPr marL="12700">
              <a:lnSpc>
                <a:spcPct val="100000"/>
              </a:lnSpc>
              <a:spcBef>
                <a:spcPts val="100"/>
              </a:spcBef>
            </a:pPr>
            <a:r>
              <a:rPr sz="2400" b="1" i="1" dirty="0">
                <a:latin typeface="Arial"/>
                <a:cs typeface="Arial"/>
              </a:rPr>
              <a:t>QUYỀN</a:t>
            </a:r>
            <a:r>
              <a:rPr sz="2400" b="1" i="1" spc="-55" dirty="0">
                <a:latin typeface="Arial"/>
                <a:cs typeface="Arial"/>
              </a:rPr>
              <a:t> </a:t>
            </a:r>
            <a:r>
              <a:rPr sz="2400" b="1" i="1" dirty="0">
                <a:latin typeface="Arial"/>
                <a:cs typeface="Arial"/>
              </a:rPr>
              <a:t>HÀNH</a:t>
            </a:r>
            <a:r>
              <a:rPr sz="2400" b="1" i="1" spc="-45" dirty="0">
                <a:latin typeface="Arial"/>
                <a:cs typeface="Arial"/>
              </a:rPr>
              <a:t> </a:t>
            </a:r>
            <a:r>
              <a:rPr sz="2400" b="1" i="1" spc="-20" dirty="0">
                <a:latin typeface="Arial"/>
                <a:cs typeface="Arial"/>
              </a:rPr>
              <a:t>PHÁP</a:t>
            </a:r>
            <a:endParaRPr sz="2400" dirty="0">
              <a:latin typeface="Arial"/>
              <a:cs typeface="Arial"/>
            </a:endParaRPr>
          </a:p>
        </p:txBody>
      </p:sp>
      <p:grpSp>
        <p:nvGrpSpPr>
          <p:cNvPr id="20" name="object 20"/>
          <p:cNvGrpSpPr/>
          <p:nvPr/>
        </p:nvGrpSpPr>
        <p:grpSpPr>
          <a:xfrm>
            <a:off x="790448" y="1962344"/>
            <a:ext cx="6764116" cy="4503985"/>
            <a:chOff x="13005" y="2182367"/>
            <a:chExt cx="6764116" cy="4503985"/>
          </a:xfrm>
        </p:grpSpPr>
        <p:pic>
          <p:nvPicPr>
            <p:cNvPr id="21" name="object 21"/>
            <p:cNvPicPr/>
            <p:nvPr/>
          </p:nvPicPr>
          <p:blipFill>
            <a:blip r:embed="rId2" cstate="print"/>
            <a:stretch>
              <a:fillRect/>
            </a:stretch>
          </p:blipFill>
          <p:spPr>
            <a:xfrm>
              <a:off x="2524569" y="2298636"/>
              <a:ext cx="4252552" cy="2217005"/>
            </a:xfrm>
            <a:prstGeom prst="rect">
              <a:avLst/>
            </a:prstGeom>
          </p:spPr>
        </p:pic>
        <p:pic>
          <p:nvPicPr>
            <p:cNvPr id="22" name="object 22"/>
            <p:cNvPicPr/>
            <p:nvPr/>
          </p:nvPicPr>
          <p:blipFill>
            <a:blip r:embed="rId3" cstate="print"/>
            <a:stretch>
              <a:fillRect/>
            </a:stretch>
          </p:blipFill>
          <p:spPr>
            <a:xfrm>
              <a:off x="82296" y="2182367"/>
              <a:ext cx="3675888" cy="4433316"/>
            </a:xfrm>
            <a:prstGeom prst="rect">
              <a:avLst/>
            </a:prstGeom>
          </p:spPr>
        </p:pic>
        <p:sp>
          <p:nvSpPr>
            <p:cNvPr id="23" name="object 23"/>
            <p:cNvSpPr/>
            <p:nvPr/>
          </p:nvSpPr>
          <p:spPr>
            <a:xfrm>
              <a:off x="13005" y="3703757"/>
              <a:ext cx="3662679" cy="2982595"/>
            </a:xfrm>
            <a:custGeom>
              <a:avLst/>
              <a:gdLst/>
              <a:ahLst/>
              <a:cxnLst/>
              <a:rect l="l" t="t" r="r" b="b"/>
              <a:pathLst>
                <a:path w="3662679" h="2982595">
                  <a:moveTo>
                    <a:pt x="2654299" y="0"/>
                  </a:moveTo>
                  <a:lnTo>
                    <a:pt x="2608214" y="624"/>
                  </a:lnTo>
                  <a:lnTo>
                    <a:pt x="2562749" y="6416"/>
                  </a:lnTo>
                  <a:lnTo>
                    <a:pt x="2518326" y="17247"/>
                  </a:lnTo>
                  <a:lnTo>
                    <a:pt x="2475369" y="32988"/>
                  </a:lnTo>
                  <a:lnTo>
                    <a:pt x="2434300" y="53511"/>
                  </a:lnTo>
                  <a:lnTo>
                    <a:pt x="2395544" y="78687"/>
                  </a:lnTo>
                  <a:lnTo>
                    <a:pt x="2359523" y="108386"/>
                  </a:lnTo>
                  <a:lnTo>
                    <a:pt x="2326661" y="142479"/>
                  </a:lnTo>
                  <a:lnTo>
                    <a:pt x="2297380" y="180839"/>
                  </a:lnTo>
                  <a:lnTo>
                    <a:pt x="2272105" y="223336"/>
                  </a:lnTo>
                  <a:lnTo>
                    <a:pt x="2237902" y="196341"/>
                  </a:lnTo>
                  <a:lnTo>
                    <a:pt x="2201080" y="173584"/>
                  </a:lnTo>
                  <a:lnTo>
                    <a:pt x="2162019" y="155256"/>
                  </a:lnTo>
                  <a:lnTo>
                    <a:pt x="2121102" y="141548"/>
                  </a:lnTo>
                  <a:lnTo>
                    <a:pt x="2074729" y="132082"/>
                  </a:lnTo>
                  <a:lnTo>
                    <a:pt x="2028684" y="128657"/>
                  </a:lnTo>
                  <a:lnTo>
                    <a:pt x="1983393" y="131016"/>
                  </a:lnTo>
                  <a:lnTo>
                    <a:pt x="1939282" y="138902"/>
                  </a:lnTo>
                  <a:lnTo>
                    <a:pt x="1896779" y="152058"/>
                  </a:lnTo>
                  <a:lnTo>
                    <a:pt x="1856310" y="170226"/>
                  </a:lnTo>
                  <a:lnTo>
                    <a:pt x="1818301" y="193148"/>
                  </a:lnTo>
                  <a:lnTo>
                    <a:pt x="1783179" y="220568"/>
                  </a:lnTo>
                  <a:lnTo>
                    <a:pt x="1751371" y="252228"/>
                  </a:lnTo>
                  <a:lnTo>
                    <a:pt x="1723303" y="287871"/>
                  </a:lnTo>
                  <a:lnTo>
                    <a:pt x="1699402" y="327239"/>
                  </a:lnTo>
                  <a:lnTo>
                    <a:pt x="1680094" y="370075"/>
                  </a:lnTo>
                  <a:lnTo>
                    <a:pt x="1665807" y="416122"/>
                  </a:lnTo>
                  <a:lnTo>
                    <a:pt x="1637111" y="398628"/>
                  </a:lnTo>
                  <a:lnTo>
                    <a:pt x="1576528" y="370259"/>
                  </a:lnTo>
                  <a:lnTo>
                    <a:pt x="1499104" y="348299"/>
                  </a:lnTo>
                  <a:lnTo>
                    <a:pt x="1453384" y="342031"/>
                  </a:lnTo>
                  <a:lnTo>
                    <a:pt x="1408026" y="340517"/>
                  </a:lnTo>
                  <a:lnTo>
                    <a:pt x="1363314" y="343595"/>
                  </a:lnTo>
                  <a:lnTo>
                    <a:pt x="1319531" y="351105"/>
                  </a:lnTo>
                  <a:lnTo>
                    <a:pt x="1276962" y="362885"/>
                  </a:lnTo>
                  <a:lnTo>
                    <a:pt x="1235890" y="378774"/>
                  </a:lnTo>
                  <a:lnTo>
                    <a:pt x="1196597" y="398612"/>
                  </a:lnTo>
                  <a:lnTo>
                    <a:pt x="1159369" y="422238"/>
                  </a:lnTo>
                  <a:lnTo>
                    <a:pt x="1124487" y="449490"/>
                  </a:lnTo>
                  <a:lnTo>
                    <a:pt x="1092237" y="480209"/>
                  </a:lnTo>
                  <a:lnTo>
                    <a:pt x="1062901" y="514232"/>
                  </a:lnTo>
                  <a:lnTo>
                    <a:pt x="1036764" y="551399"/>
                  </a:lnTo>
                  <a:lnTo>
                    <a:pt x="1014108" y="591549"/>
                  </a:lnTo>
                  <a:lnTo>
                    <a:pt x="995217" y="634522"/>
                  </a:lnTo>
                  <a:lnTo>
                    <a:pt x="980375" y="680155"/>
                  </a:lnTo>
                  <a:lnTo>
                    <a:pt x="933611" y="666159"/>
                  </a:lnTo>
                  <a:lnTo>
                    <a:pt x="886173" y="656265"/>
                  </a:lnTo>
                  <a:lnTo>
                    <a:pt x="838311" y="650471"/>
                  </a:lnTo>
                  <a:lnTo>
                    <a:pt x="790277" y="648770"/>
                  </a:lnTo>
                  <a:lnTo>
                    <a:pt x="742318" y="651160"/>
                  </a:lnTo>
                  <a:lnTo>
                    <a:pt x="694687" y="657635"/>
                  </a:lnTo>
                  <a:lnTo>
                    <a:pt x="647633" y="668190"/>
                  </a:lnTo>
                  <a:lnTo>
                    <a:pt x="601407" y="682822"/>
                  </a:lnTo>
                  <a:lnTo>
                    <a:pt x="557380" y="701000"/>
                  </a:lnTo>
                  <a:lnTo>
                    <a:pt x="515640" y="722444"/>
                  </a:lnTo>
                  <a:lnTo>
                    <a:pt x="476275" y="746961"/>
                  </a:lnTo>
                  <a:lnTo>
                    <a:pt x="439376" y="774355"/>
                  </a:lnTo>
                  <a:lnTo>
                    <a:pt x="405029" y="804429"/>
                  </a:lnTo>
                  <a:lnTo>
                    <a:pt x="373324" y="836988"/>
                  </a:lnTo>
                  <a:lnTo>
                    <a:pt x="344350" y="871836"/>
                  </a:lnTo>
                  <a:lnTo>
                    <a:pt x="318195" y="908779"/>
                  </a:lnTo>
                  <a:lnTo>
                    <a:pt x="294949" y="947619"/>
                  </a:lnTo>
                  <a:lnTo>
                    <a:pt x="274699" y="988162"/>
                  </a:lnTo>
                  <a:lnTo>
                    <a:pt x="257536" y="1030212"/>
                  </a:lnTo>
                  <a:lnTo>
                    <a:pt x="243546" y="1073573"/>
                  </a:lnTo>
                  <a:lnTo>
                    <a:pt x="232820" y="1118049"/>
                  </a:lnTo>
                  <a:lnTo>
                    <a:pt x="225446" y="1163446"/>
                  </a:lnTo>
                  <a:lnTo>
                    <a:pt x="221513" y="1209567"/>
                  </a:lnTo>
                  <a:lnTo>
                    <a:pt x="221109" y="1256216"/>
                  </a:lnTo>
                  <a:lnTo>
                    <a:pt x="224324" y="1303198"/>
                  </a:lnTo>
                  <a:lnTo>
                    <a:pt x="231245" y="1350318"/>
                  </a:lnTo>
                  <a:lnTo>
                    <a:pt x="241962" y="1397380"/>
                  </a:lnTo>
                  <a:lnTo>
                    <a:pt x="256564" y="1444187"/>
                  </a:lnTo>
                  <a:lnTo>
                    <a:pt x="255345" y="1453331"/>
                  </a:lnTo>
                  <a:lnTo>
                    <a:pt x="208518" y="1472425"/>
                  </a:lnTo>
                  <a:lnTo>
                    <a:pt x="165182" y="1497594"/>
                  </a:lnTo>
                  <a:lnTo>
                    <a:pt x="125813" y="1528353"/>
                  </a:lnTo>
                  <a:lnTo>
                    <a:pt x="90885" y="1564214"/>
                  </a:lnTo>
                  <a:lnTo>
                    <a:pt x="60875" y="1604693"/>
                  </a:lnTo>
                  <a:lnTo>
                    <a:pt x="36258" y="1649301"/>
                  </a:lnTo>
                  <a:lnTo>
                    <a:pt x="17508" y="1697552"/>
                  </a:lnTo>
                  <a:lnTo>
                    <a:pt x="5896" y="1744371"/>
                  </a:lnTo>
                  <a:lnTo>
                    <a:pt x="135" y="1791340"/>
                  </a:lnTo>
                  <a:lnTo>
                    <a:pt x="0" y="1838002"/>
                  </a:lnTo>
                  <a:lnTo>
                    <a:pt x="5264" y="1883897"/>
                  </a:lnTo>
                  <a:lnTo>
                    <a:pt x="15704" y="1928568"/>
                  </a:lnTo>
                  <a:lnTo>
                    <a:pt x="31092" y="1971555"/>
                  </a:lnTo>
                  <a:lnTo>
                    <a:pt x="51202" y="2012401"/>
                  </a:lnTo>
                  <a:lnTo>
                    <a:pt x="75810" y="2050648"/>
                  </a:lnTo>
                  <a:lnTo>
                    <a:pt x="104689" y="2085835"/>
                  </a:lnTo>
                  <a:lnTo>
                    <a:pt x="137614" y="2117506"/>
                  </a:lnTo>
                  <a:lnTo>
                    <a:pt x="174359" y="2145201"/>
                  </a:lnTo>
                  <a:lnTo>
                    <a:pt x="214698" y="2168463"/>
                  </a:lnTo>
                  <a:lnTo>
                    <a:pt x="258405" y="2186832"/>
                  </a:lnTo>
                  <a:lnTo>
                    <a:pt x="236993" y="2229422"/>
                  </a:lnTo>
                  <a:lnTo>
                    <a:pt x="221103" y="2274041"/>
                  </a:lnTo>
                  <a:lnTo>
                    <a:pt x="210789" y="2320139"/>
                  </a:lnTo>
                  <a:lnTo>
                    <a:pt x="206106" y="2367168"/>
                  </a:lnTo>
                  <a:lnTo>
                    <a:pt x="207109" y="2414580"/>
                  </a:lnTo>
                  <a:lnTo>
                    <a:pt x="213852" y="2461826"/>
                  </a:lnTo>
                  <a:lnTo>
                    <a:pt x="226389" y="2508358"/>
                  </a:lnTo>
                  <a:lnTo>
                    <a:pt x="244514" y="2553139"/>
                  </a:lnTo>
                  <a:lnTo>
                    <a:pt x="267366" y="2594407"/>
                  </a:lnTo>
                  <a:lnTo>
                    <a:pt x="294500" y="2631935"/>
                  </a:lnTo>
                  <a:lnTo>
                    <a:pt x="325468" y="2665494"/>
                  </a:lnTo>
                  <a:lnTo>
                    <a:pt x="359824" y="2694857"/>
                  </a:lnTo>
                  <a:lnTo>
                    <a:pt x="397121" y="2719797"/>
                  </a:lnTo>
                  <a:lnTo>
                    <a:pt x="436913" y="2740085"/>
                  </a:lnTo>
                  <a:lnTo>
                    <a:pt x="478752" y="2755495"/>
                  </a:lnTo>
                  <a:lnTo>
                    <a:pt x="522192" y="2765797"/>
                  </a:lnTo>
                  <a:lnTo>
                    <a:pt x="566787" y="2770765"/>
                  </a:lnTo>
                  <a:lnTo>
                    <a:pt x="612090" y="2770171"/>
                  </a:lnTo>
                  <a:lnTo>
                    <a:pt x="657654" y="2763787"/>
                  </a:lnTo>
                  <a:lnTo>
                    <a:pt x="703032" y="2751386"/>
                  </a:lnTo>
                  <a:lnTo>
                    <a:pt x="712456" y="2761990"/>
                  </a:lnTo>
                  <a:lnTo>
                    <a:pt x="746274" y="2796756"/>
                  </a:lnTo>
                  <a:lnTo>
                    <a:pt x="781838" y="2828563"/>
                  </a:lnTo>
                  <a:lnTo>
                    <a:pt x="818989" y="2857404"/>
                  </a:lnTo>
                  <a:lnTo>
                    <a:pt x="857569" y="2883272"/>
                  </a:lnTo>
                  <a:lnTo>
                    <a:pt x="897418" y="2906160"/>
                  </a:lnTo>
                  <a:lnTo>
                    <a:pt x="938378" y="2926063"/>
                  </a:lnTo>
                  <a:lnTo>
                    <a:pt x="980290" y="2942974"/>
                  </a:lnTo>
                  <a:lnTo>
                    <a:pt x="1022995" y="2956885"/>
                  </a:lnTo>
                  <a:lnTo>
                    <a:pt x="1066333" y="2967790"/>
                  </a:lnTo>
                  <a:lnTo>
                    <a:pt x="1110147" y="2975683"/>
                  </a:lnTo>
                  <a:lnTo>
                    <a:pt x="1154278" y="2980557"/>
                  </a:lnTo>
                  <a:lnTo>
                    <a:pt x="1198566" y="2982405"/>
                  </a:lnTo>
                  <a:lnTo>
                    <a:pt x="1242852" y="2981220"/>
                  </a:lnTo>
                  <a:lnTo>
                    <a:pt x="1286979" y="2976997"/>
                  </a:lnTo>
                  <a:lnTo>
                    <a:pt x="1330786" y="2969729"/>
                  </a:lnTo>
                  <a:lnTo>
                    <a:pt x="1374115" y="2959408"/>
                  </a:lnTo>
                  <a:lnTo>
                    <a:pt x="1416808" y="2946028"/>
                  </a:lnTo>
                  <a:lnTo>
                    <a:pt x="1458705" y="2929583"/>
                  </a:lnTo>
                  <a:lnTo>
                    <a:pt x="1499647" y="2910066"/>
                  </a:lnTo>
                  <a:lnTo>
                    <a:pt x="1539476" y="2887470"/>
                  </a:lnTo>
                  <a:lnTo>
                    <a:pt x="1578033" y="2861789"/>
                  </a:lnTo>
                  <a:lnTo>
                    <a:pt x="1615158" y="2833016"/>
                  </a:lnTo>
                  <a:lnTo>
                    <a:pt x="1650694" y="2801144"/>
                  </a:lnTo>
                  <a:lnTo>
                    <a:pt x="1688406" y="2835812"/>
                  </a:lnTo>
                  <a:lnTo>
                    <a:pt x="1728606" y="2866869"/>
                  </a:lnTo>
                  <a:lnTo>
                    <a:pt x="1771041" y="2894196"/>
                  </a:lnTo>
                  <a:lnTo>
                    <a:pt x="1815460" y="2917673"/>
                  </a:lnTo>
                  <a:lnTo>
                    <a:pt x="1861612" y="2937180"/>
                  </a:lnTo>
                  <a:lnTo>
                    <a:pt x="1909244" y="2952599"/>
                  </a:lnTo>
                  <a:lnTo>
                    <a:pt x="1958105" y="2963808"/>
                  </a:lnTo>
                  <a:lnTo>
                    <a:pt x="2007945" y="2970689"/>
                  </a:lnTo>
                  <a:lnTo>
                    <a:pt x="2055562" y="2973133"/>
                  </a:lnTo>
                  <a:lnTo>
                    <a:pt x="2102409" y="2971631"/>
                  </a:lnTo>
                  <a:lnTo>
                    <a:pt x="2148326" y="2966322"/>
                  </a:lnTo>
                  <a:lnTo>
                    <a:pt x="2193152" y="2957345"/>
                  </a:lnTo>
                  <a:lnTo>
                    <a:pt x="2236727" y="2944841"/>
                  </a:lnTo>
                  <a:lnTo>
                    <a:pt x="2278890" y="2928949"/>
                  </a:lnTo>
                  <a:lnTo>
                    <a:pt x="2319482" y="2909808"/>
                  </a:lnTo>
                  <a:lnTo>
                    <a:pt x="2358341" y="2887557"/>
                  </a:lnTo>
                  <a:lnTo>
                    <a:pt x="2395307" y="2862337"/>
                  </a:lnTo>
                  <a:lnTo>
                    <a:pt x="2430220" y="2834286"/>
                  </a:lnTo>
                  <a:lnTo>
                    <a:pt x="2462919" y="2803545"/>
                  </a:lnTo>
                  <a:lnTo>
                    <a:pt x="2493244" y="2770252"/>
                  </a:lnTo>
                  <a:lnTo>
                    <a:pt x="2521035" y="2734547"/>
                  </a:lnTo>
                  <a:lnTo>
                    <a:pt x="2546131" y="2696569"/>
                  </a:lnTo>
                  <a:lnTo>
                    <a:pt x="2568372" y="2656459"/>
                  </a:lnTo>
                  <a:lnTo>
                    <a:pt x="2587597" y="2614355"/>
                  </a:lnTo>
                  <a:lnTo>
                    <a:pt x="2603646" y="2570397"/>
                  </a:lnTo>
                  <a:lnTo>
                    <a:pt x="2616359" y="2524724"/>
                  </a:lnTo>
                  <a:lnTo>
                    <a:pt x="2625575" y="2477476"/>
                  </a:lnTo>
                  <a:lnTo>
                    <a:pt x="2631134" y="2428793"/>
                  </a:lnTo>
                  <a:lnTo>
                    <a:pt x="2683764" y="2445350"/>
                  </a:lnTo>
                  <a:lnTo>
                    <a:pt x="2737535" y="2455845"/>
                  </a:lnTo>
                  <a:lnTo>
                    <a:pt x="2791940" y="2460236"/>
                  </a:lnTo>
                  <a:lnTo>
                    <a:pt x="2846473" y="2458484"/>
                  </a:lnTo>
                  <a:lnTo>
                    <a:pt x="2900628" y="2450548"/>
                  </a:lnTo>
                  <a:lnTo>
                    <a:pt x="2947017" y="2438650"/>
                  </a:lnTo>
                  <a:lnTo>
                    <a:pt x="2991231" y="2422564"/>
                  </a:lnTo>
                  <a:lnTo>
                    <a:pt x="3033110" y="2402542"/>
                  </a:lnTo>
                  <a:lnTo>
                    <a:pt x="3072491" y="2378835"/>
                  </a:lnTo>
                  <a:lnTo>
                    <a:pt x="3109216" y="2351695"/>
                  </a:lnTo>
                  <a:lnTo>
                    <a:pt x="3143123" y="2321373"/>
                  </a:lnTo>
                  <a:lnTo>
                    <a:pt x="3174052" y="2288122"/>
                  </a:lnTo>
                  <a:lnTo>
                    <a:pt x="3201841" y="2252192"/>
                  </a:lnTo>
                  <a:lnTo>
                    <a:pt x="3226330" y="2213836"/>
                  </a:lnTo>
                  <a:lnTo>
                    <a:pt x="3247359" y="2173305"/>
                  </a:lnTo>
                  <a:lnTo>
                    <a:pt x="3264767" y="2130850"/>
                  </a:lnTo>
                  <a:lnTo>
                    <a:pt x="3278392" y="2086724"/>
                  </a:lnTo>
                  <a:lnTo>
                    <a:pt x="3288075" y="2041178"/>
                  </a:lnTo>
                  <a:lnTo>
                    <a:pt x="3293655" y="1994463"/>
                  </a:lnTo>
                  <a:lnTo>
                    <a:pt x="3294971" y="1946832"/>
                  </a:lnTo>
                  <a:lnTo>
                    <a:pt x="3291862" y="1898535"/>
                  </a:lnTo>
                  <a:lnTo>
                    <a:pt x="3284168" y="1849825"/>
                  </a:lnTo>
                  <a:lnTo>
                    <a:pt x="3330158" y="1830358"/>
                  </a:lnTo>
                  <a:lnTo>
                    <a:pt x="3374131" y="1806989"/>
                  </a:lnTo>
                  <a:lnTo>
                    <a:pt x="3415867" y="1779880"/>
                  </a:lnTo>
                  <a:lnTo>
                    <a:pt x="3455147" y="1749194"/>
                  </a:lnTo>
                  <a:lnTo>
                    <a:pt x="3491754" y="1715094"/>
                  </a:lnTo>
                  <a:lnTo>
                    <a:pt x="3525468" y="1677740"/>
                  </a:lnTo>
                  <a:lnTo>
                    <a:pt x="3554731" y="1639254"/>
                  </a:lnTo>
                  <a:lnTo>
                    <a:pt x="3580432" y="1599071"/>
                  </a:lnTo>
                  <a:lnTo>
                    <a:pt x="3602588" y="1557411"/>
                  </a:lnTo>
                  <a:lnTo>
                    <a:pt x="3621217" y="1514489"/>
                  </a:lnTo>
                  <a:lnTo>
                    <a:pt x="3636339" y="1470524"/>
                  </a:lnTo>
                  <a:lnTo>
                    <a:pt x="3647970" y="1425732"/>
                  </a:lnTo>
                  <a:lnTo>
                    <a:pt x="3656129" y="1380330"/>
                  </a:lnTo>
                  <a:lnTo>
                    <a:pt x="3660835" y="1334535"/>
                  </a:lnTo>
                  <a:lnTo>
                    <a:pt x="3662106" y="1288566"/>
                  </a:lnTo>
                  <a:lnTo>
                    <a:pt x="3659961" y="1242638"/>
                  </a:lnTo>
                  <a:lnTo>
                    <a:pt x="3654416" y="1196970"/>
                  </a:lnTo>
                  <a:lnTo>
                    <a:pt x="3645492" y="1151777"/>
                  </a:lnTo>
                  <a:lnTo>
                    <a:pt x="3633205" y="1107278"/>
                  </a:lnTo>
                  <a:lnTo>
                    <a:pt x="3617575" y="1063690"/>
                  </a:lnTo>
                  <a:lnTo>
                    <a:pt x="3598620" y="1021230"/>
                  </a:lnTo>
                  <a:lnTo>
                    <a:pt x="3576357" y="980114"/>
                  </a:lnTo>
                  <a:lnTo>
                    <a:pt x="3550806" y="940560"/>
                  </a:lnTo>
                  <a:lnTo>
                    <a:pt x="3521984" y="902786"/>
                  </a:lnTo>
                  <a:lnTo>
                    <a:pt x="3489910" y="867008"/>
                  </a:lnTo>
                  <a:lnTo>
                    <a:pt x="3454602" y="833444"/>
                  </a:lnTo>
                  <a:lnTo>
                    <a:pt x="3457290" y="817299"/>
                  </a:lnTo>
                  <a:lnTo>
                    <a:pt x="3459443" y="801059"/>
                  </a:lnTo>
                  <a:lnTo>
                    <a:pt x="3461049" y="784724"/>
                  </a:lnTo>
                  <a:lnTo>
                    <a:pt x="3462095" y="768293"/>
                  </a:lnTo>
                  <a:lnTo>
                    <a:pt x="3462011" y="719967"/>
                  </a:lnTo>
                  <a:lnTo>
                    <a:pt x="3457285" y="672742"/>
                  </a:lnTo>
                  <a:lnTo>
                    <a:pt x="3448137" y="626867"/>
                  </a:lnTo>
                  <a:lnTo>
                    <a:pt x="3434786" y="582595"/>
                  </a:lnTo>
                  <a:lnTo>
                    <a:pt x="3417450" y="540178"/>
                  </a:lnTo>
                  <a:lnTo>
                    <a:pt x="3396350" y="499867"/>
                  </a:lnTo>
                  <a:lnTo>
                    <a:pt x="3371704" y="461913"/>
                  </a:lnTo>
                  <a:lnTo>
                    <a:pt x="3343731" y="426568"/>
                  </a:lnTo>
                  <a:lnTo>
                    <a:pt x="3312650" y="394084"/>
                  </a:lnTo>
                  <a:lnTo>
                    <a:pt x="3278681" y="364711"/>
                  </a:lnTo>
                  <a:lnTo>
                    <a:pt x="3242043" y="338702"/>
                  </a:lnTo>
                  <a:lnTo>
                    <a:pt x="3202955" y="316308"/>
                  </a:lnTo>
                  <a:lnTo>
                    <a:pt x="3161636" y="297781"/>
                  </a:lnTo>
                  <a:lnTo>
                    <a:pt x="3118305" y="283372"/>
                  </a:lnTo>
                  <a:lnTo>
                    <a:pt x="3073182" y="273332"/>
                  </a:lnTo>
                  <a:lnTo>
                    <a:pt x="3026485" y="267913"/>
                  </a:lnTo>
                  <a:lnTo>
                    <a:pt x="3005434" y="223186"/>
                  </a:lnTo>
                  <a:lnTo>
                    <a:pt x="2979706" y="181450"/>
                  </a:lnTo>
                  <a:lnTo>
                    <a:pt x="2949618" y="143072"/>
                  </a:lnTo>
                  <a:lnTo>
                    <a:pt x="2915487" y="108420"/>
                  </a:lnTo>
                  <a:lnTo>
                    <a:pt x="2877630" y="77860"/>
                  </a:lnTo>
                  <a:lnTo>
                    <a:pt x="2836366" y="51759"/>
                  </a:lnTo>
                  <a:lnTo>
                    <a:pt x="2792036" y="30423"/>
                  </a:lnTo>
                  <a:lnTo>
                    <a:pt x="2746633" y="14770"/>
                  </a:lnTo>
                  <a:lnTo>
                    <a:pt x="2700579" y="4672"/>
                  </a:lnTo>
                  <a:lnTo>
                    <a:pt x="2654299" y="0"/>
                  </a:lnTo>
                  <a:close/>
                </a:path>
              </a:pathLst>
            </a:custGeom>
            <a:solidFill>
              <a:srgbClr val="99FF99"/>
            </a:solidFill>
          </p:spPr>
          <p:txBody>
            <a:bodyPr wrap="square" lIns="0" tIns="0" rIns="0" bIns="0" rtlCol="0"/>
            <a:lstStyle/>
            <a:p>
              <a:endParaRPr dirty="0"/>
            </a:p>
          </p:txBody>
        </p:sp>
        <p:pic>
          <p:nvPicPr>
            <p:cNvPr id="24" name="object 24"/>
            <p:cNvPicPr/>
            <p:nvPr/>
          </p:nvPicPr>
          <p:blipFill>
            <a:blip r:embed="rId4" cstate="print"/>
            <a:stretch>
              <a:fillRect/>
            </a:stretch>
          </p:blipFill>
          <p:spPr>
            <a:xfrm>
              <a:off x="1549941" y="2266201"/>
              <a:ext cx="153348" cy="153261"/>
            </a:xfrm>
            <a:prstGeom prst="rect">
              <a:avLst/>
            </a:prstGeom>
          </p:spPr>
        </p:pic>
        <p:sp>
          <p:nvSpPr>
            <p:cNvPr id="25" name="object 25"/>
            <p:cNvSpPr/>
            <p:nvPr/>
          </p:nvSpPr>
          <p:spPr>
            <a:xfrm>
              <a:off x="1475727" y="2649867"/>
              <a:ext cx="468630" cy="1007110"/>
            </a:xfrm>
            <a:custGeom>
              <a:avLst/>
              <a:gdLst/>
              <a:ahLst/>
              <a:cxnLst/>
              <a:rect l="l" t="t" r="r" b="b"/>
              <a:pathLst>
                <a:path w="468630" h="1007110">
                  <a:moveTo>
                    <a:pt x="341579" y="172402"/>
                  </a:moveTo>
                  <a:lnTo>
                    <a:pt x="339102" y="122542"/>
                  </a:lnTo>
                  <a:lnTo>
                    <a:pt x="320992" y="75958"/>
                  </a:lnTo>
                  <a:lnTo>
                    <a:pt x="290372" y="38684"/>
                  </a:lnTo>
                  <a:lnTo>
                    <a:pt x="250291" y="12700"/>
                  </a:lnTo>
                  <a:lnTo>
                    <a:pt x="203784" y="0"/>
                  </a:lnTo>
                  <a:lnTo>
                    <a:pt x="153936" y="2527"/>
                  </a:lnTo>
                  <a:lnTo>
                    <a:pt x="107340" y="20637"/>
                  </a:lnTo>
                  <a:lnTo>
                    <a:pt x="70065" y="51257"/>
                  </a:lnTo>
                  <a:lnTo>
                    <a:pt x="44081" y="91338"/>
                  </a:lnTo>
                  <a:lnTo>
                    <a:pt x="31381" y="137845"/>
                  </a:lnTo>
                  <a:lnTo>
                    <a:pt x="33921" y="187693"/>
                  </a:lnTo>
                  <a:lnTo>
                    <a:pt x="52006" y="234289"/>
                  </a:lnTo>
                  <a:lnTo>
                    <a:pt x="82600" y="271564"/>
                  </a:lnTo>
                  <a:lnTo>
                    <a:pt x="122669" y="297548"/>
                  </a:lnTo>
                  <a:lnTo>
                    <a:pt x="169176" y="310248"/>
                  </a:lnTo>
                  <a:lnTo>
                    <a:pt x="219087" y="307708"/>
                  </a:lnTo>
                  <a:lnTo>
                    <a:pt x="265620" y="289610"/>
                  </a:lnTo>
                  <a:lnTo>
                    <a:pt x="302856" y="258991"/>
                  </a:lnTo>
                  <a:lnTo>
                    <a:pt x="328841" y="218909"/>
                  </a:lnTo>
                  <a:lnTo>
                    <a:pt x="341579" y="172402"/>
                  </a:lnTo>
                  <a:close/>
                </a:path>
                <a:path w="468630" h="1007110">
                  <a:moveTo>
                    <a:pt x="468134" y="771042"/>
                  </a:moveTo>
                  <a:lnTo>
                    <a:pt x="462927" y="723887"/>
                  </a:lnTo>
                  <a:lnTo>
                    <a:pt x="448398" y="678776"/>
                  </a:lnTo>
                  <a:lnTo>
                    <a:pt x="425881" y="638683"/>
                  </a:lnTo>
                  <a:lnTo>
                    <a:pt x="396468" y="604316"/>
                  </a:lnTo>
                  <a:lnTo>
                    <a:pt x="361289" y="576427"/>
                  </a:lnTo>
                  <a:lnTo>
                    <a:pt x="321449" y="555726"/>
                  </a:lnTo>
                  <a:lnTo>
                    <a:pt x="278079" y="542925"/>
                  </a:lnTo>
                  <a:lnTo>
                    <a:pt x="232283" y="538759"/>
                  </a:lnTo>
                  <a:lnTo>
                    <a:pt x="185178" y="543928"/>
                  </a:lnTo>
                  <a:lnTo>
                    <a:pt x="140055" y="558457"/>
                  </a:lnTo>
                  <a:lnTo>
                    <a:pt x="99936" y="580974"/>
                  </a:lnTo>
                  <a:lnTo>
                    <a:pt x="65570" y="610387"/>
                  </a:lnTo>
                  <a:lnTo>
                    <a:pt x="37668" y="645566"/>
                  </a:lnTo>
                  <a:lnTo>
                    <a:pt x="16941" y="685406"/>
                  </a:lnTo>
                  <a:lnTo>
                    <a:pt x="4152" y="728776"/>
                  </a:lnTo>
                  <a:lnTo>
                    <a:pt x="0" y="774573"/>
                  </a:lnTo>
                  <a:lnTo>
                    <a:pt x="5219" y="821677"/>
                  </a:lnTo>
                  <a:lnTo>
                    <a:pt x="19697" y="866800"/>
                  </a:lnTo>
                  <a:lnTo>
                    <a:pt x="42202" y="906919"/>
                  </a:lnTo>
                  <a:lnTo>
                    <a:pt x="71602" y="941285"/>
                  </a:lnTo>
                  <a:lnTo>
                    <a:pt x="106794" y="969187"/>
                  </a:lnTo>
                  <a:lnTo>
                    <a:pt x="146646" y="989914"/>
                  </a:lnTo>
                  <a:lnTo>
                    <a:pt x="190042" y="1002703"/>
                  </a:lnTo>
                  <a:lnTo>
                    <a:pt x="235851" y="1006856"/>
                  </a:lnTo>
                  <a:lnTo>
                    <a:pt x="282968" y="1001636"/>
                  </a:lnTo>
                  <a:lnTo>
                    <a:pt x="328079" y="987171"/>
                  </a:lnTo>
                  <a:lnTo>
                    <a:pt x="368198" y="964679"/>
                  </a:lnTo>
                  <a:lnTo>
                    <a:pt x="402564" y="935278"/>
                  </a:lnTo>
                  <a:lnTo>
                    <a:pt x="430479" y="900112"/>
                  </a:lnTo>
                  <a:lnTo>
                    <a:pt x="451192" y="860259"/>
                  </a:lnTo>
                  <a:lnTo>
                    <a:pt x="463981" y="816864"/>
                  </a:lnTo>
                  <a:lnTo>
                    <a:pt x="468134" y="771042"/>
                  </a:lnTo>
                  <a:close/>
                </a:path>
              </a:pathLst>
            </a:custGeom>
            <a:solidFill>
              <a:srgbClr val="99FF99"/>
            </a:solidFill>
          </p:spPr>
          <p:txBody>
            <a:bodyPr wrap="square" lIns="0" tIns="0" rIns="0" bIns="0" rtlCol="0"/>
            <a:lstStyle/>
            <a:p>
              <a:endParaRPr/>
            </a:p>
          </p:txBody>
        </p:sp>
        <p:sp>
          <p:nvSpPr>
            <p:cNvPr id="26" name="object 26"/>
            <p:cNvSpPr/>
            <p:nvPr/>
          </p:nvSpPr>
          <p:spPr>
            <a:xfrm>
              <a:off x="13005" y="3703757"/>
              <a:ext cx="3662679" cy="2982595"/>
            </a:xfrm>
            <a:custGeom>
              <a:avLst/>
              <a:gdLst/>
              <a:ahLst/>
              <a:cxnLst/>
              <a:rect l="l" t="t" r="r" b="b"/>
              <a:pathLst>
                <a:path w="3662679" h="2982595">
                  <a:moveTo>
                    <a:pt x="256564" y="1444187"/>
                  </a:moveTo>
                  <a:lnTo>
                    <a:pt x="241962" y="1397380"/>
                  </a:lnTo>
                  <a:lnTo>
                    <a:pt x="231245" y="1350318"/>
                  </a:lnTo>
                  <a:lnTo>
                    <a:pt x="224324" y="1303198"/>
                  </a:lnTo>
                  <a:lnTo>
                    <a:pt x="221109" y="1256216"/>
                  </a:lnTo>
                  <a:lnTo>
                    <a:pt x="221513" y="1209567"/>
                  </a:lnTo>
                  <a:lnTo>
                    <a:pt x="225446" y="1163446"/>
                  </a:lnTo>
                  <a:lnTo>
                    <a:pt x="232820" y="1118049"/>
                  </a:lnTo>
                  <a:lnTo>
                    <a:pt x="243546" y="1073573"/>
                  </a:lnTo>
                  <a:lnTo>
                    <a:pt x="257536" y="1030212"/>
                  </a:lnTo>
                  <a:lnTo>
                    <a:pt x="274699" y="988162"/>
                  </a:lnTo>
                  <a:lnTo>
                    <a:pt x="294949" y="947619"/>
                  </a:lnTo>
                  <a:lnTo>
                    <a:pt x="318195" y="908779"/>
                  </a:lnTo>
                  <a:lnTo>
                    <a:pt x="344350" y="871836"/>
                  </a:lnTo>
                  <a:lnTo>
                    <a:pt x="373324" y="836988"/>
                  </a:lnTo>
                  <a:lnTo>
                    <a:pt x="405029" y="804429"/>
                  </a:lnTo>
                  <a:lnTo>
                    <a:pt x="439376" y="774355"/>
                  </a:lnTo>
                  <a:lnTo>
                    <a:pt x="476275" y="746961"/>
                  </a:lnTo>
                  <a:lnTo>
                    <a:pt x="515640" y="722444"/>
                  </a:lnTo>
                  <a:lnTo>
                    <a:pt x="557380" y="701000"/>
                  </a:lnTo>
                  <a:lnTo>
                    <a:pt x="601407" y="682822"/>
                  </a:lnTo>
                  <a:lnTo>
                    <a:pt x="647633" y="668190"/>
                  </a:lnTo>
                  <a:lnTo>
                    <a:pt x="694687" y="657635"/>
                  </a:lnTo>
                  <a:lnTo>
                    <a:pt x="742318" y="651160"/>
                  </a:lnTo>
                  <a:lnTo>
                    <a:pt x="790277" y="648770"/>
                  </a:lnTo>
                  <a:lnTo>
                    <a:pt x="838311" y="650471"/>
                  </a:lnTo>
                  <a:lnTo>
                    <a:pt x="886173" y="656265"/>
                  </a:lnTo>
                  <a:lnTo>
                    <a:pt x="933611" y="666159"/>
                  </a:lnTo>
                  <a:lnTo>
                    <a:pt x="980375" y="680155"/>
                  </a:lnTo>
                  <a:lnTo>
                    <a:pt x="995217" y="634522"/>
                  </a:lnTo>
                  <a:lnTo>
                    <a:pt x="1014108" y="591549"/>
                  </a:lnTo>
                  <a:lnTo>
                    <a:pt x="1036764" y="551399"/>
                  </a:lnTo>
                  <a:lnTo>
                    <a:pt x="1062901" y="514232"/>
                  </a:lnTo>
                  <a:lnTo>
                    <a:pt x="1092237" y="480209"/>
                  </a:lnTo>
                  <a:lnTo>
                    <a:pt x="1124487" y="449490"/>
                  </a:lnTo>
                  <a:lnTo>
                    <a:pt x="1159369" y="422238"/>
                  </a:lnTo>
                  <a:lnTo>
                    <a:pt x="1196597" y="398612"/>
                  </a:lnTo>
                  <a:lnTo>
                    <a:pt x="1235890" y="378774"/>
                  </a:lnTo>
                  <a:lnTo>
                    <a:pt x="1276962" y="362885"/>
                  </a:lnTo>
                  <a:lnTo>
                    <a:pt x="1319531" y="351105"/>
                  </a:lnTo>
                  <a:lnTo>
                    <a:pt x="1363314" y="343595"/>
                  </a:lnTo>
                  <a:lnTo>
                    <a:pt x="1408026" y="340517"/>
                  </a:lnTo>
                  <a:lnTo>
                    <a:pt x="1453384" y="342031"/>
                  </a:lnTo>
                  <a:lnTo>
                    <a:pt x="1499104" y="348299"/>
                  </a:lnTo>
                  <a:lnTo>
                    <a:pt x="1544903" y="359480"/>
                  </a:lnTo>
                  <a:lnTo>
                    <a:pt x="1607307" y="383324"/>
                  </a:lnTo>
                  <a:lnTo>
                    <a:pt x="1665807" y="416122"/>
                  </a:lnTo>
                  <a:lnTo>
                    <a:pt x="1680094" y="370075"/>
                  </a:lnTo>
                  <a:lnTo>
                    <a:pt x="1699402" y="327239"/>
                  </a:lnTo>
                  <a:lnTo>
                    <a:pt x="1723303" y="287871"/>
                  </a:lnTo>
                  <a:lnTo>
                    <a:pt x="1751371" y="252228"/>
                  </a:lnTo>
                  <a:lnTo>
                    <a:pt x="1783179" y="220568"/>
                  </a:lnTo>
                  <a:lnTo>
                    <a:pt x="1818301" y="193148"/>
                  </a:lnTo>
                  <a:lnTo>
                    <a:pt x="1856310" y="170226"/>
                  </a:lnTo>
                  <a:lnTo>
                    <a:pt x="1896779" y="152058"/>
                  </a:lnTo>
                  <a:lnTo>
                    <a:pt x="1939282" y="138902"/>
                  </a:lnTo>
                  <a:lnTo>
                    <a:pt x="1983393" y="131016"/>
                  </a:lnTo>
                  <a:lnTo>
                    <a:pt x="2028684" y="128657"/>
                  </a:lnTo>
                  <a:lnTo>
                    <a:pt x="2074729" y="132082"/>
                  </a:lnTo>
                  <a:lnTo>
                    <a:pt x="2121102" y="141548"/>
                  </a:lnTo>
                  <a:lnTo>
                    <a:pt x="2162019" y="155256"/>
                  </a:lnTo>
                  <a:lnTo>
                    <a:pt x="2201080" y="173584"/>
                  </a:lnTo>
                  <a:lnTo>
                    <a:pt x="2237902" y="196341"/>
                  </a:lnTo>
                  <a:lnTo>
                    <a:pt x="2272105" y="223336"/>
                  </a:lnTo>
                  <a:lnTo>
                    <a:pt x="2297380" y="180839"/>
                  </a:lnTo>
                  <a:lnTo>
                    <a:pt x="2326661" y="142479"/>
                  </a:lnTo>
                  <a:lnTo>
                    <a:pt x="2359523" y="108386"/>
                  </a:lnTo>
                  <a:lnTo>
                    <a:pt x="2395544" y="78687"/>
                  </a:lnTo>
                  <a:lnTo>
                    <a:pt x="2434300" y="53511"/>
                  </a:lnTo>
                  <a:lnTo>
                    <a:pt x="2475369" y="32988"/>
                  </a:lnTo>
                  <a:lnTo>
                    <a:pt x="2518326" y="17247"/>
                  </a:lnTo>
                  <a:lnTo>
                    <a:pt x="2562749" y="6416"/>
                  </a:lnTo>
                  <a:lnTo>
                    <a:pt x="2608214" y="624"/>
                  </a:lnTo>
                  <a:lnTo>
                    <a:pt x="2654299" y="0"/>
                  </a:lnTo>
                  <a:lnTo>
                    <a:pt x="2700579" y="4672"/>
                  </a:lnTo>
                  <a:lnTo>
                    <a:pt x="2746633" y="14770"/>
                  </a:lnTo>
                  <a:lnTo>
                    <a:pt x="2792036" y="30423"/>
                  </a:lnTo>
                  <a:lnTo>
                    <a:pt x="2836366" y="51759"/>
                  </a:lnTo>
                  <a:lnTo>
                    <a:pt x="2877630" y="77860"/>
                  </a:lnTo>
                  <a:lnTo>
                    <a:pt x="2915487" y="108420"/>
                  </a:lnTo>
                  <a:lnTo>
                    <a:pt x="2949618" y="143072"/>
                  </a:lnTo>
                  <a:lnTo>
                    <a:pt x="2979706" y="181450"/>
                  </a:lnTo>
                  <a:lnTo>
                    <a:pt x="3005434" y="223186"/>
                  </a:lnTo>
                  <a:lnTo>
                    <a:pt x="3026485" y="267913"/>
                  </a:lnTo>
                  <a:lnTo>
                    <a:pt x="3073182" y="273332"/>
                  </a:lnTo>
                  <a:lnTo>
                    <a:pt x="3118305" y="283372"/>
                  </a:lnTo>
                  <a:lnTo>
                    <a:pt x="3161636" y="297781"/>
                  </a:lnTo>
                  <a:lnTo>
                    <a:pt x="3202955" y="316308"/>
                  </a:lnTo>
                  <a:lnTo>
                    <a:pt x="3242043" y="338702"/>
                  </a:lnTo>
                  <a:lnTo>
                    <a:pt x="3278681" y="364711"/>
                  </a:lnTo>
                  <a:lnTo>
                    <a:pt x="3312650" y="394084"/>
                  </a:lnTo>
                  <a:lnTo>
                    <a:pt x="3343731" y="426568"/>
                  </a:lnTo>
                  <a:lnTo>
                    <a:pt x="3371704" y="461913"/>
                  </a:lnTo>
                  <a:lnTo>
                    <a:pt x="3396350" y="499867"/>
                  </a:lnTo>
                  <a:lnTo>
                    <a:pt x="3417450" y="540178"/>
                  </a:lnTo>
                  <a:lnTo>
                    <a:pt x="3434786" y="582595"/>
                  </a:lnTo>
                  <a:lnTo>
                    <a:pt x="3448137" y="626867"/>
                  </a:lnTo>
                  <a:lnTo>
                    <a:pt x="3457285" y="672742"/>
                  </a:lnTo>
                  <a:lnTo>
                    <a:pt x="3462011" y="719967"/>
                  </a:lnTo>
                  <a:lnTo>
                    <a:pt x="3462095" y="768293"/>
                  </a:lnTo>
                  <a:lnTo>
                    <a:pt x="3461049" y="784724"/>
                  </a:lnTo>
                  <a:lnTo>
                    <a:pt x="3459443" y="801059"/>
                  </a:lnTo>
                  <a:lnTo>
                    <a:pt x="3457290" y="817299"/>
                  </a:lnTo>
                  <a:lnTo>
                    <a:pt x="3454602" y="833444"/>
                  </a:lnTo>
                  <a:lnTo>
                    <a:pt x="3489910" y="867008"/>
                  </a:lnTo>
                  <a:lnTo>
                    <a:pt x="3521984" y="902786"/>
                  </a:lnTo>
                  <a:lnTo>
                    <a:pt x="3550806" y="940560"/>
                  </a:lnTo>
                  <a:lnTo>
                    <a:pt x="3576357" y="980114"/>
                  </a:lnTo>
                  <a:lnTo>
                    <a:pt x="3598620" y="1021230"/>
                  </a:lnTo>
                  <a:lnTo>
                    <a:pt x="3617575" y="1063690"/>
                  </a:lnTo>
                  <a:lnTo>
                    <a:pt x="3633205" y="1107278"/>
                  </a:lnTo>
                  <a:lnTo>
                    <a:pt x="3645492" y="1151777"/>
                  </a:lnTo>
                  <a:lnTo>
                    <a:pt x="3654416" y="1196970"/>
                  </a:lnTo>
                  <a:lnTo>
                    <a:pt x="3659961" y="1242638"/>
                  </a:lnTo>
                  <a:lnTo>
                    <a:pt x="3662106" y="1288566"/>
                  </a:lnTo>
                  <a:lnTo>
                    <a:pt x="3660835" y="1334535"/>
                  </a:lnTo>
                  <a:lnTo>
                    <a:pt x="3656129" y="1380330"/>
                  </a:lnTo>
                  <a:lnTo>
                    <a:pt x="3647970" y="1425732"/>
                  </a:lnTo>
                  <a:lnTo>
                    <a:pt x="3636339" y="1470524"/>
                  </a:lnTo>
                  <a:lnTo>
                    <a:pt x="3621217" y="1514489"/>
                  </a:lnTo>
                  <a:lnTo>
                    <a:pt x="3602588" y="1557411"/>
                  </a:lnTo>
                  <a:lnTo>
                    <a:pt x="3580432" y="1599071"/>
                  </a:lnTo>
                  <a:lnTo>
                    <a:pt x="3554731" y="1639254"/>
                  </a:lnTo>
                  <a:lnTo>
                    <a:pt x="3525468" y="1677740"/>
                  </a:lnTo>
                  <a:lnTo>
                    <a:pt x="3491754" y="1715094"/>
                  </a:lnTo>
                  <a:lnTo>
                    <a:pt x="3455147" y="1749194"/>
                  </a:lnTo>
                  <a:lnTo>
                    <a:pt x="3415867" y="1779880"/>
                  </a:lnTo>
                  <a:lnTo>
                    <a:pt x="3374131" y="1806989"/>
                  </a:lnTo>
                  <a:lnTo>
                    <a:pt x="3330158" y="1830358"/>
                  </a:lnTo>
                  <a:lnTo>
                    <a:pt x="3284168" y="1849825"/>
                  </a:lnTo>
                  <a:lnTo>
                    <a:pt x="3291862" y="1898535"/>
                  </a:lnTo>
                  <a:lnTo>
                    <a:pt x="3294971" y="1946832"/>
                  </a:lnTo>
                  <a:lnTo>
                    <a:pt x="3293655" y="1994463"/>
                  </a:lnTo>
                  <a:lnTo>
                    <a:pt x="3288075" y="2041178"/>
                  </a:lnTo>
                  <a:lnTo>
                    <a:pt x="3278392" y="2086724"/>
                  </a:lnTo>
                  <a:lnTo>
                    <a:pt x="3264767" y="2130850"/>
                  </a:lnTo>
                  <a:lnTo>
                    <a:pt x="3247359" y="2173305"/>
                  </a:lnTo>
                  <a:lnTo>
                    <a:pt x="3226330" y="2213836"/>
                  </a:lnTo>
                  <a:lnTo>
                    <a:pt x="3201841" y="2252192"/>
                  </a:lnTo>
                  <a:lnTo>
                    <a:pt x="3174052" y="2288122"/>
                  </a:lnTo>
                  <a:lnTo>
                    <a:pt x="3143123" y="2321373"/>
                  </a:lnTo>
                  <a:lnTo>
                    <a:pt x="3109216" y="2351695"/>
                  </a:lnTo>
                  <a:lnTo>
                    <a:pt x="3072491" y="2378835"/>
                  </a:lnTo>
                  <a:lnTo>
                    <a:pt x="3033110" y="2402542"/>
                  </a:lnTo>
                  <a:lnTo>
                    <a:pt x="2991231" y="2422564"/>
                  </a:lnTo>
                  <a:lnTo>
                    <a:pt x="2947017" y="2438650"/>
                  </a:lnTo>
                  <a:lnTo>
                    <a:pt x="2900628" y="2450548"/>
                  </a:lnTo>
                  <a:lnTo>
                    <a:pt x="2846473" y="2458484"/>
                  </a:lnTo>
                  <a:lnTo>
                    <a:pt x="2791940" y="2460236"/>
                  </a:lnTo>
                  <a:lnTo>
                    <a:pt x="2737535" y="2455845"/>
                  </a:lnTo>
                  <a:lnTo>
                    <a:pt x="2683764" y="2445350"/>
                  </a:lnTo>
                  <a:lnTo>
                    <a:pt x="2631134" y="2428793"/>
                  </a:lnTo>
                  <a:lnTo>
                    <a:pt x="2625575" y="2477476"/>
                  </a:lnTo>
                  <a:lnTo>
                    <a:pt x="2616359" y="2524724"/>
                  </a:lnTo>
                  <a:lnTo>
                    <a:pt x="2603646" y="2570397"/>
                  </a:lnTo>
                  <a:lnTo>
                    <a:pt x="2587597" y="2614355"/>
                  </a:lnTo>
                  <a:lnTo>
                    <a:pt x="2568372" y="2656459"/>
                  </a:lnTo>
                  <a:lnTo>
                    <a:pt x="2546131" y="2696569"/>
                  </a:lnTo>
                  <a:lnTo>
                    <a:pt x="2521035" y="2734547"/>
                  </a:lnTo>
                  <a:lnTo>
                    <a:pt x="2493244" y="2770252"/>
                  </a:lnTo>
                  <a:lnTo>
                    <a:pt x="2462919" y="2803545"/>
                  </a:lnTo>
                  <a:lnTo>
                    <a:pt x="2430220" y="2834286"/>
                  </a:lnTo>
                  <a:lnTo>
                    <a:pt x="2395307" y="2862337"/>
                  </a:lnTo>
                  <a:lnTo>
                    <a:pt x="2358341" y="2887557"/>
                  </a:lnTo>
                  <a:lnTo>
                    <a:pt x="2319482" y="2909808"/>
                  </a:lnTo>
                  <a:lnTo>
                    <a:pt x="2278890" y="2928949"/>
                  </a:lnTo>
                  <a:lnTo>
                    <a:pt x="2236727" y="2944841"/>
                  </a:lnTo>
                  <a:lnTo>
                    <a:pt x="2193152" y="2957345"/>
                  </a:lnTo>
                  <a:lnTo>
                    <a:pt x="2148326" y="2966322"/>
                  </a:lnTo>
                  <a:lnTo>
                    <a:pt x="2102409" y="2971631"/>
                  </a:lnTo>
                  <a:lnTo>
                    <a:pt x="2055562" y="2973133"/>
                  </a:lnTo>
                  <a:lnTo>
                    <a:pt x="2007945" y="2970689"/>
                  </a:lnTo>
                  <a:lnTo>
                    <a:pt x="1958105" y="2963808"/>
                  </a:lnTo>
                  <a:lnTo>
                    <a:pt x="1909244" y="2952599"/>
                  </a:lnTo>
                  <a:lnTo>
                    <a:pt x="1861612" y="2937180"/>
                  </a:lnTo>
                  <a:lnTo>
                    <a:pt x="1815460" y="2917673"/>
                  </a:lnTo>
                  <a:lnTo>
                    <a:pt x="1771041" y="2894196"/>
                  </a:lnTo>
                  <a:lnTo>
                    <a:pt x="1728606" y="2866869"/>
                  </a:lnTo>
                  <a:lnTo>
                    <a:pt x="1688406" y="2835812"/>
                  </a:lnTo>
                  <a:lnTo>
                    <a:pt x="1650694" y="2801144"/>
                  </a:lnTo>
                  <a:lnTo>
                    <a:pt x="1615158" y="2833016"/>
                  </a:lnTo>
                  <a:lnTo>
                    <a:pt x="1578033" y="2861789"/>
                  </a:lnTo>
                  <a:lnTo>
                    <a:pt x="1539476" y="2887470"/>
                  </a:lnTo>
                  <a:lnTo>
                    <a:pt x="1499647" y="2910066"/>
                  </a:lnTo>
                  <a:lnTo>
                    <a:pt x="1458705" y="2929583"/>
                  </a:lnTo>
                  <a:lnTo>
                    <a:pt x="1416808" y="2946028"/>
                  </a:lnTo>
                  <a:lnTo>
                    <a:pt x="1374115" y="2959408"/>
                  </a:lnTo>
                  <a:lnTo>
                    <a:pt x="1330786" y="2969729"/>
                  </a:lnTo>
                  <a:lnTo>
                    <a:pt x="1286979" y="2976997"/>
                  </a:lnTo>
                  <a:lnTo>
                    <a:pt x="1242852" y="2981220"/>
                  </a:lnTo>
                  <a:lnTo>
                    <a:pt x="1198566" y="2982405"/>
                  </a:lnTo>
                  <a:lnTo>
                    <a:pt x="1154278" y="2980557"/>
                  </a:lnTo>
                  <a:lnTo>
                    <a:pt x="1110147" y="2975683"/>
                  </a:lnTo>
                  <a:lnTo>
                    <a:pt x="1066333" y="2967790"/>
                  </a:lnTo>
                  <a:lnTo>
                    <a:pt x="1022995" y="2956885"/>
                  </a:lnTo>
                  <a:lnTo>
                    <a:pt x="980290" y="2942974"/>
                  </a:lnTo>
                  <a:lnTo>
                    <a:pt x="938378" y="2926063"/>
                  </a:lnTo>
                  <a:lnTo>
                    <a:pt x="897418" y="2906160"/>
                  </a:lnTo>
                  <a:lnTo>
                    <a:pt x="857569" y="2883272"/>
                  </a:lnTo>
                  <a:lnTo>
                    <a:pt x="818989" y="2857404"/>
                  </a:lnTo>
                  <a:lnTo>
                    <a:pt x="781838" y="2828563"/>
                  </a:lnTo>
                  <a:lnTo>
                    <a:pt x="746274" y="2796756"/>
                  </a:lnTo>
                  <a:lnTo>
                    <a:pt x="712456" y="2761990"/>
                  </a:lnTo>
                  <a:lnTo>
                    <a:pt x="703032" y="2751386"/>
                  </a:lnTo>
                  <a:lnTo>
                    <a:pt x="657654" y="2763787"/>
                  </a:lnTo>
                  <a:lnTo>
                    <a:pt x="612090" y="2770171"/>
                  </a:lnTo>
                  <a:lnTo>
                    <a:pt x="566787" y="2770765"/>
                  </a:lnTo>
                  <a:lnTo>
                    <a:pt x="522192" y="2765797"/>
                  </a:lnTo>
                  <a:lnTo>
                    <a:pt x="478752" y="2755495"/>
                  </a:lnTo>
                  <a:lnTo>
                    <a:pt x="436913" y="2740085"/>
                  </a:lnTo>
                  <a:lnTo>
                    <a:pt x="397121" y="2719797"/>
                  </a:lnTo>
                  <a:lnTo>
                    <a:pt x="359824" y="2694857"/>
                  </a:lnTo>
                  <a:lnTo>
                    <a:pt x="325468" y="2665494"/>
                  </a:lnTo>
                  <a:lnTo>
                    <a:pt x="294500" y="2631935"/>
                  </a:lnTo>
                  <a:lnTo>
                    <a:pt x="267366" y="2594407"/>
                  </a:lnTo>
                  <a:lnTo>
                    <a:pt x="244514" y="2553139"/>
                  </a:lnTo>
                  <a:lnTo>
                    <a:pt x="226389" y="2508358"/>
                  </a:lnTo>
                  <a:lnTo>
                    <a:pt x="213852" y="2461826"/>
                  </a:lnTo>
                  <a:lnTo>
                    <a:pt x="207109" y="2414580"/>
                  </a:lnTo>
                  <a:lnTo>
                    <a:pt x="206106" y="2367168"/>
                  </a:lnTo>
                  <a:lnTo>
                    <a:pt x="210789" y="2320139"/>
                  </a:lnTo>
                  <a:lnTo>
                    <a:pt x="221103" y="2274041"/>
                  </a:lnTo>
                  <a:lnTo>
                    <a:pt x="236993" y="2229422"/>
                  </a:lnTo>
                  <a:lnTo>
                    <a:pt x="258405" y="2186832"/>
                  </a:lnTo>
                  <a:lnTo>
                    <a:pt x="214698" y="2168463"/>
                  </a:lnTo>
                  <a:lnTo>
                    <a:pt x="174359" y="2145201"/>
                  </a:lnTo>
                  <a:lnTo>
                    <a:pt x="137614" y="2117506"/>
                  </a:lnTo>
                  <a:lnTo>
                    <a:pt x="104689" y="2085835"/>
                  </a:lnTo>
                  <a:lnTo>
                    <a:pt x="75810" y="2050648"/>
                  </a:lnTo>
                  <a:lnTo>
                    <a:pt x="51202" y="2012401"/>
                  </a:lnTo>
                  <a:lnTo>
                    <a:pt x="31092" y="1971555"/>
                  </a:lnTo>
                  <a:lnTo>
                    <a:pt x="15704" y="1928568"/>
                  </a:lnTo>
                  <a:lnTo>
                    <a:pt x="5264" y="1883897"/>
                  </a:lnTo>
                  <a:lnTo>
                    <a:pt x="0" y="1838002"/>
                  </a:lnTo>
                  <a:lnTo>
                    <a:pt x="135" y="1791340"/>
                  </a:lnTo>
                  <a:lnTo>
                    <a:pt x="5896" y="1744371"/>
                  </a:lnTo>
                  <a:lnTo>
                    <a:pt x="17508" y="1697552"/>
                  </a:lnTo>
                  <a:lnTo>
                    <a:pt x="36258" y="1649301"/>
                  </a:lnTo>
                  <a:lnTo>
                    <a:pt x="60875" y="1604693"/>
                  </a:lnTo>
                  <a:lnTo>
                    <a:pt x="90885" y="1564214"/>
                  </a:lnTo>
                  <a:lnTo>
                    <a:pt x="125813" y="1528353"/>
                  </a:lnTo>
                  <a:lnTo>
                    <a:pt x="165182" y="1497594"/>
                  </a:lnTo>
                  <a:lnTo>
                    <a:pt x="208518" y="1472425"/>
                  </a:lnTo>
                  <a:lnTo>
                    <a:pt x="255345" y="1453331"/>
                  </a:lnTo>
                  <a:lnTo>
                    <a:pt x="256564" y="1444187"/>
                  </a:lnTo>
                  <a:close/>
                </a:path>
              </a:pathLst>
            </a:custGeom>
            <a:ln w="9525">
              <a:solidFill>
                <a:srgbClr val="FF3300"/>
              </a:solidFill>
            </a:ln>
          </p:spPr>
          <p:txBody>
            <a:bodyPr wrap="square" lIns="0" tIns="0" rIns="0" bIns="0" rtlCol="0"/>
            <a:lstStyle/>
            <a:p>
              <a:endParaRPr/>
            </a:p>
          </p:txBody>
        </p:sp>
        <p:pic>
          <p:nvPicPr>
            <p:cNvPr id="27" name="object 27"/>
            <p:cNvPicPr/>
            <p:nvPr/>
          </p:nvPicPr>
          <p:blipFill>
            <a:blip r:embed="rId5" cstate="print"/>
            <a:stretch>
              <a:fillRect/>
            </a:stretch>
          </p:blipFill>
          <p:spPr>
            <a:xfrm>
              <a:off x="1545179" y="2261439"/>
              <a:ext cx="162873" cy="162786"/>
            </a:xfrm>
            <a:prstGeom prst="rect">
              <a:avLst/>
            </a:prstGeom>
          </p:spPr>
        </p:pic>
        <p:sp>
          <p:nvSpPr>
            <p:cNvPr id="28" name="object 28"/>
            <p:cNvSpPr/>
            <p:nvPr/>
          </p:nvSpPr>
          <p:spPr>
            <a:xfrm>
              <a:off x="269595" y="2649855"/>
              <a:ext cx="3195320" cy="3844290"/>
            </a:xfrm>
            <a:custGeom>
              <a:avLst/>
              <a:gdLst/>
              <a:ahLst/>
              <a:cxnLst/>
              <a:rect l="l" t="t" r="r" b="b"/>
              <a:pathLst>
                <a:path w="3195320" h="3844290">
                  <a:moveTo>
                    <a:pt x="1545234" y="122553"/>
                  </a:moveTo>
                  <a:lnTo>
                    <a:pt x="1547712" y="172413"/>
                  </a:lnTo>
                  <a:lnTo>
                    <a:pt x="1534974" y="218913"/>
                  </a:lnTo>
                  <a:lnTo>
                    <a:pt x="1508996" y="259000"/>
                  </a:lnTo>
                  <a:lnTo>
                    <a:pt x="1471753" y="289620"/>
                  </a:lnTo>
                  <a:lnTo>
                    <a:pt x="1425219" y="307719"/>
                  </a:lnTo>
                  <a:lnTo>
                    <a:pt x="1375311" y="310258"/>
                  </a:lnTo>
                  <a:lnTo>
                    <a:pt x="1328805" y="297551"/>
                  </a:lnTo>
                  <a:lnTo>
                    <a:pt x="1288736" y="271573"/>
                  </a:lnTo>
                  <a:lnTo>
                    <a:pt x="1258140" y="234299"/>
                  </a:lnTo>
                  <a:lnTo>
                    <a:pt x="1240053" y="187704"/>
                  </a:lnTo>
                  <a:lnTo>
                    <a:pt x="1237514" y="137845"/>
                  </a:lnTo>
                  <a:lnTo>
                    <a:pt x="1250221" y="91345"/>
                  </a:lnTo>
                  <a:lnTo>
                    <a:pt x="1276199" y="51258"/>
                  </a:lnTo>
                  <a:lnTo>
                    <a:pt x="1313473" y="20638"/>
                  </a:lnTo>
                  <a:lnTo>
                    <a:pt x="1360068" y="2538"/>
                  </a:lnTo>
                  <a:lnTo>
                    <a:pt x="1409927" y="0"/>
                  </a:lnTo>
                  <a:lnTo>
                    <a:pt x="1456427" y="12707"/>
                  </a:lnTo>
                  <a:lnTo>
                    <a:pt x="1496515" y="38685"/>
                  </a:lnTo>
                  <a:lnTo>
                    <a:pt x="1527135" y="75959"/>
                  </a:lnTo>
                  <a:lnTo>
                    <a:pt x="1545234" y="122553"/>
                  </a:lnTo>
                  <a:close/>
                </a:path>
                <a:path w="3195320" h="3844290">
                  <a:moveTo>
                    <a:pt x="1669059" y="723898"/>
                  </a:moveTo>
                  <a:lnTo>
                    <a:pt x="1674276" y="771046"/>
                  </a:lnTo>
                  <a:lnTo>
                    <a:pt x="1670123" y="816874"/>
                  </a:lnTo>
                  <a:lnTo>
                    <a:pt x="1657325" y="860268"/>
                  </a:lnTo>
                  <a:lnTo>
                    <a:pt x="1636610" y="900111"/>
                  </a:lnTo>
                  <a:lnTo>
                    <a:pt x="1608704" y="935287"/>
                  </a:lnTo>
                  <a:lnTo>
                    <a:pt x="1574333" y="964679"/>
                  </a:lnTo>
                  <a:lnTo>
                    <a:pt x="1534223" y="987171"/>
                  </a:lnTo>
                  <a:lnTo>
                    <a:pt x="1489100" y="1001647"/>
                  </a:lnTo>
                  <a:lnTo>
                    <a:pt x="1441989" y="1006864"/>
                  </a:lnTo>
                  <a:lnTo>
                    <a:pt x="1396178" y="1002711"/>
                  </a:lnTo>
                  <a:lnTo>
                    <a:pt x="1352786" y="989914"/>
                  </a:lnTo>
                  <a:lnTo>
                    <a:pt x="1312935" y="969199"/>
                  </a:lnTo>
                  <a:lnTo>
                    <a:pt x="1277745" y="941293"/>
                  </a:lnTo>
                  <a:lnTo>
                    <a:pt x="1248338" y="906921"/>
                  </a:lnTo>
                  <a:lnTo>
                    <a:pt x="1225833" y="866811"/>
                  </a:lnTo>
                  <a:lnTo>
                    <a:pt x="1211351" y="821688"/>
                  </a:lnTo>
                  <a:lnTo>
                    <a:pt x="1206134" y="774583"/>
                  </a:lnTo>
                  <a:lnTo>
                    <a:pt x="1210287" y="728784"/>
                  </a:lnTo>
                  <a:lnTo>
                    <a:pt x="1223085" y="685408"/>
                  </a:lnTo>
                  <a:lnTo>
                    <a:pt x="1243799" y="645571"/>
                  </a:lnTo>
                  <a:lnTo>
                    <a:pt x="1271706" y="610390"/>
                  </a:lnTo>
                  <a:lnTo>
                    <a:pt x="1306077" y="580980"/>
                  </a:lnTo>
                  <a:lnTo>
                    <a:pt x="1346187" y="558458"/>
                  </a:lnTo>
                  <a:lnTo>
                    <a:pt x="1391310" y="543939"/>
                  </a:lnTo>
                  <a:lnTo>
                    <a:pt x="1438415" y="538759"/>
                  </a:lnTo>
                  <a:lnTo>
                    <a:pt x="1484214" y="542929"/>
                  </a:lnTo>
                  <a:lnTo>
                    <a:pt x="1527590" y="555729"/>
                  </a:lnTo>
                  <a:lnTo>
                    <a:pt x="1567427" y="576436"/>
                  </a:lnTo>
                  <a:lnTo>
                    <a:pt x="1602609" y="604328"/>
                  </a:lnTo>
                  <a:lnTo>
                    <a:pt x="1632019" y="638683"/>
                  </a:lnTo>
                  <a:lnTo>
                    <a:pt x="1654541" y="678781"/>
                  </a:lnTo>
                  <a:lnTo>
                    <a:pt x="1669059" y="723898"/>
                  </a:lnTo>
                  <a:close/>
                </a:path>
                <a:path w="3195320" h="3844290">
                  <a:moveTo>
                    <a:pt x="226898" y="3234447"/>
                  </a:moveTo>
                  <a:lnTo>
                    <a:pt x="182613" y="3244715"/>
                  </a:lnTo>
                  <a:lnTo>
                    <a:pt x="137620" y="3249313"/>
                  </a:lnTo>
                  <a:lnTo>
                    <a:pt x="92420" y="3248255"/>
                  </a:lnTo>
                  <a:lnTo>
                    <a:pt x="47517" y="3241551"/>
                  </a:lnTo>
                  <a:lnTo>
                    <a:pt x="3416" y="3229215"/>
                  </a:lnTo>
                </a:path>
                <a:path w="3195320" h="3844290">
                  <a:moveTo>
                    <a:pt x="532968" y="3748848"/>
                  </a:moveTo>
                  <a:lnTo>
                    <a:pt x="512125" y="3762096"/>
                  </a:lnTo>
                  <a:lnTo>
                    <a:pt x="490486" y="3773889"/>
                  </a:lnTo>
                  <a:lnTo>
                    <a:pt x="468124" y="3784192"/>
                  </a:lnTo>
                  <a:lnTo>
                    <a:pt x="445109" y="3792968"/>
                  </a:lnTo>
                </a:path>
                <a:path w="3195320" h="3844290">
                  <a:moveTo>
                    <a:pt x="1391564" y="3844022"/>
                  </a:moveTo>
                  <a:lnTo>
                    <a:pt x="1369781" y="3821006"/>
                  </a:lnTo>
                  <a:lnTo>
                    <a:pt x="1349225" y="3796859"/>
                  </a:lnTo>
                  <a:lnTo>
                    <a:pt x="1329931" y="3771632"/>
                  </a:lnTo>
                  <a:lnTo>
                    <a:pt x="1311935" y="3745381"/>
                  </a:lnTo>
                </a:path>
                <a:path w="3195320" h="3844290">
                  <a:moveTo>
                    <a:pt x="2369337" y="3346728"/>
                  </a:moveTo>
                  <a:lnTo>
                    <a:pt x="2372643" y="3378197"/>
                  </a:lnTo>
                  <a:lnTo>
                    <a:pt x="2374353" y="3409756"/>
                  </a:lnTo>
                  <a:lnTo>
                    <a:pt x="2374445" y="3441341"/>
                  </a:lnTo>
                  <a:lnTo>
                    <a:pt x="2372893" y="3472890"/>
                  </a:lnTo>
                </a:path>
                <a:path w="3195320" h="3844290">
                  <a:moveTo>
                    <a:pt x="2654198" y="2501644"/>
                  </a:moveTo>
                  <a:lnTo>
                    <a:pt x="2699856" y="2515928"/>
                  </a:lnTo>
                  <a:lnTo>
                    <a:pt x="2743532" y="2534369"/>
                  </a:lnTo>
                  <a:lnTo>
                    <a:pt x="2785012" y="2556739"/>
                  </a:lnTo>
                  <a:lnTo>
                    <a:pt x="2824082" y="2582807"/>
                  </a:lnTo>
                  <a:lnTo>
                    <a:pt x="2860527" y="2612345"/>
                  </a:lnTo>
                  <a:lnTo>
                    <a:pt x="2894133" y="2645123"/>
                  </a:lnTo>
                  <a:lnTo>
                    <a:pt x="2924685" y="2680912"/>
                  </a:lnTo>
                  <a:lnTo>
                    <a:pt x="2951971" y="2719482"/>
                  </a:lnTo>
                  <a:lnTo>
                    <a:pt x="2975774" y="2760605"/>
                  </a:lnTo>
                  <a:lnTo>
                    <a:pt x="2995881" y="2804051"/>
                  </a:lnTo>
                  <a:lnTo>
                    <a:pt x="3012077" y="2849591"/>
                  </a:lnTo>
                  <a:lnTo>
                    <a:pt x="3024149" y="2896995"/>
                  </a:lnTo>
                </a:path>
                <a:path w="3195320" h="3844290">
                  <a:moveTo>
                    <a:pt x="3194837" y="1880995"/>
                  </a:moveTo>
                  <a:lnTo>
                    <a:pt x="3181968" y="1933708"/>
                  </a:lnTo>
                  <a:lnTo>
                    <a:pt x="3163325" y="1984278"/>
                  </a:lnTo>
                  <a:lnTo>
                    <a:pt x="3139134" y="2032229"/>
                  </a:lnTo>
                  <a:lnTo>
                    <a:pt x="3109620" y="2077083"/>
                  </a:lnTo>
                </a:path>
                <a:path w="3195320" h="3844290">
                  <a:moveTo>
                    <a:pt x="2768371" y="1312162"/>
                  </a:moveTo>
                  <a:lnTo>
                    <a:pt x="2775634" y="1331470"/>
                  </a:lnTo>
                  <a:lnTo>
                    <a:pt x="2781992" y="1351088"/>
                  </a:lnTo>
                  <a:lnTo>
                    <a:pt x="2787445" y="1370991"/>
                  </a:lnTo>
                  <a:lnTo>
                    <a:pt x="2791993" y="1391156"/>
                  </a:lnTo>
                </a:path>
                <a:path w="3195320" h="3844290">
                  <a:moveTo>
                    <a:pt x="1972208" y="1384298"/>
                  </a:moveTo>
                  <a:lnTo>
                    <a:pt x="1979179" y="1354217"/>
                  </a:lnTo>
                  <a:lnTo>
                    <a:pt x="1988258" y="1324815"/>
                  </a:lnTo>
                  <a:lnTo>
                    <a:pt x="1999408" y="1296198"/>
                  </a:lnTo>
                  <a:lnTo>
                    <a:pt x="2012594" y="1268474"/>
                  </a:lnTo>
                </a:path>
                <a:path w="3195320" h="3844290">
                  <a:moveTo>
                    <a:pt x="1400200" y="1557526"/>
                  </a:moveTo>
                  <a:lnTo>
                    <a:pt x="1400894" y="1533559"/>
                  </a:lnTo>
                  <a:lnTo>
                    <a:pt x="1402994" y="1509711"/>
                  </a:lnTo>
                  <a:lnTo>
                    <a:pt x="1406522" y="1486053"/>
                  </a:lnTo>
                  <a:lnTo>
                    <a:pt x="1411503" y="1462657"/>
                  </a:lnTo>
                </a:path>
                <a:path w="3195320" h="3844290">
                  <a:moveTo>
                    <a:pt x="723226" y="1733421"/>
                  </a:moveTo>
                  <a:lnTo>
                    <a:pt x="756387" y="1746060"/>
                  </a:lnTo>
                  <a:lnTo>
                    <a:pt x="788738" y="1760711"/>
                  </a:lnTo>
                  <a:lnTo>
                    <a:pt x="820190" y="1777338"/>
                  </a:lnTo>
                  <a:lnTo>
                    <a:pt x="850658" y="1795905"/>
                  </a:lnTo>
                </a:path>
                <a:path w="3195320" h="3844290">
                  <a:moveTo>
                    <a:pt x="38303" y="2584194"/>
                  </a:moveTo>
                  <a:lnTo>
                    <a:pt x="27496" y="2563239"/>
                  </a:lnTo>
                  <a:lnTo>
                    <a:pt x="17503" y="2541903"/>
                  </a:lnTo>
                  <a:lnTo>
                    <a:pt x="8335" y="2520186"/>
                  </a:lnTo>
                  <a:lnTo>
                    <a:pt x="0" y="2498088"/>
                  </a:lnTo>
                </a:path>
              </a:pathLst>
            </a:custGeom>
            <a:ln w="9525">
              <a:solidFill>
                <a:srgbClr val="FF3300"/>
              </a:solidFill>
            </a:ln>
          </p:spPr>
          <p:txBody>
            <a:bodyPr wrap="square" lIns="0" tIns="0" rIns="0" bIns="0" rtlCol="0"/>
            <a:lstStyle/>
            <a:p>
              <a:endParaRPr/>
            </a:p>
          </p:txBody>
        </p:sp>
        <p:pic>
          <p:nvPicPr>
            <p:cNvPr id="29" name="object 29"/>
            <p:cNvPicPr/>
            <p:nvPr/>
          </p:nvPicPr>
          <p:blipFill>
            <a:blip r:embed="rId6" cstate="print"/>
            <a:stretch>
              <a:fillRect/>
            </a:stretch>
          </p:blipFill>
          <p:spPr>
            <a:xfrm>
              <a:off x="713231" y="3531107"/>
              <a:ext cx="2129028" cy="2965704"/>
            </a:xfrm>
            <a:prstGeom prst="rect">
              <a:avLst/>
            </a:prstGeom>
          </p:spPr>
        </p:pic>
        <p:pic>
          <p:nvPicPr>
            <p:cNvPr id="30" name="object 30"/>
            <p:cNvPicPr/>
            <p:nvPr/>
          </p:nvPicPr>
          <p:blipFill>
            <a:blip r:embed="rId7" cstate="print"/>
            <a:stretch>
              <a:fillRect/>
            </a:stretch>
          </p:blipFill>
          <p:spPr>
            <a:xfrm>
              <a:off x="946403" y="3552443"/>
              <a:ext cx="1775460" cy="3008375"/>
            </a:xfrm>
            <a:prstGeom prst="rect">
              <a:avLst/>
            </a:prstGeom>
          </p:spPr>
        </p:pic>
        <p:sp>
          <p:nvSpPr>
            <p:cNvPr id="31" name="object 31"/>
            <p:cNvSpPr/>
            <p:nvPr/>
          </p:nvSpPr>
          <p:spPr>
            <a:xfrm>
              <a:off x="644690" y="3615054"/>
              <a:ext cx="2113915" cy="2951480"/>
            </a:xfrm>
            <a:custGeom>
              <a:avLst/>
              <a:gdLst/>
              <a:ahLst/>
              <a:cxnLst/>
              <a:rect l="l" t="t" r="r" b="b"/>
              <a:pathLst>
                <a:path w="2113915" h="2951479">
                  <a:moveTo>
                    <a:pt x="1554060" y="0"/>
                  </a:moveTo>
                  <a:lnTo>
                    <a:pt x="0" y="331978"/>
                  </a:lnTo>
                  <a:lnTo>
                    <a:pt x="559460" y="2950972"/>
                  </a:lnTo>
                  <a:lnTo>
                    <a:pt x="2113495" y="2618994"/>
                  </a:lnTo>
                  <a:lnTo>
                    <a:pt x="1554060" y="0"/>
                  </a:lnTo>
                  <a:close/>
                </a:path>
              </a:pathLst>
            </a:custGeom>
            <a:solidFill>
              <a:srgbClr val="99FF99"/>
            </a:solidFill>
          </p:spPr>
          <p:txBody>
            <a:bodyPr wrap="square" lIns="0" tIns="0" rIns="0" bIns="0" rtlCol="0"/>
            <a:lstStyle/>
            <a:p>
              <a:endParaRPr/>
            </a:p>
          </p:txBody>
        </p:sp>
        <p:sp>
          <p:nvSpPr>
            <p:cNvPr id="32" name="object 32"/>
            <p:cNvSpPr/>
            <p:nvPr/>
          </p:nvSpPr>
          <p:spPr>
            <a:xfrm>
              <a:off x="644690" y="3615054"/>
              <a:ext cx="2113915" cy="2951480"/>
            </a:xfrm>
            <a:custGeom>
              <a:avLst/>
              <a:gdLst/>
              <a:ahLst/>
              <a:cxnLst/>
              <a:rect l="l" t="t" r="r" b="b"/>
              <a:pathLst>
                <a:path w="2113915" h="2951479">
                  <a:moveTo>
                    <a:pt x="0" y="331978"/>
                  </a:moveTo>
                  <a:lnTo>
                    <a:pt x="1554060" y="0"/>
                  </a:lnTo>
                  <a:lnTo>
                    <a:pt x="2113495" y="2618994"/>
                  </a:lnTo>
                  <a:lnTo>
                    <a:pt x="559460" y="2950972"/>
                  </a:lnTo>
                  <a:lnTo>
                    <a:pt x="0" y="331978"/>
                  </a:lnTo>
                  <a:close/>
                </a:path>
              </a:pathLst>
            </a:custGeom>
            <a:ln w="9525">
              <a:solidFill>
                <a:srgbClr val="FF3300"/>
              </a:solidFill>
            </a:ln>
          </p:spPr>
          <p:txBody>
            <a:bodyPr wrap="square" lIns="0" tIns="0" rIns="0" bIns="0" rtlCol="0"/>
            <a:lstStyle/>
            <a:p>
              <a:endParaRPr/>
            </a:p>
          </p:txBody>
        </p:sp>
        <p:pic>
          <p:nvPicPr>
            <p:cNvPr id="33" name="object 33"/>
            <p:cNvPicPr/>
            <p:nvPr/>
          </p:nvPicPr>
          <p:blipFill>
            <a:blip r:embed="rId8" cstate="print"/>
            <a:stretch>
              <a:fillRect/>
            </a:stretch>
          </p:blipFill>
          <p:spPr>
            <a:xfrm>
              <a:off x="1136659" y="3845686"/>
              <a:ext cx="1206791" cy="2502395"/>
            </a:xfrm>
            <a:prstGeom prst="rect">
              <a:avLst/>
            </a:prstGeom>
          </p:spPr>
        </p:pic>
      </p:grpSp>
      <p:sp>
        <p:nvSpPr>
          <p:cNvPr id="37" name="object 37"/>
          <p:cNvSpPr txBox="1">
            <a:spLocks noGrp="1"/>
          </p:cNvSpPr>
          <p:nvPr>
            <p:ph type="title"/>
          </p:nvPr>
        </p:nvSpPr>
        <p:spPr>
          <a:xfrm>
            <a:off x="859739" y="1666469"/>
            <a:ext cx="6229350" cy="289182"/>
          </a:xfrm>
          <a:prstGeom prst="rect">
            <a:avLst/>
          </a:prstGeom>
        </p:spPr>
        <p:txBody>
          <a:bodyPr vert="horz" wrap="square" lIns="0" tIns="12065" rIns="0" bIns="0" rtlCol="0">
            <a:spAutoFit/>
          </a:bodyPr>
          <a:lstStyle/>
          <a:p>
            <a:pPr marL="12700">
              <a:lnSpc>
                <a:spcPct val="100000"/>
              </a:lnSpc>
              <a:spcBef>
                <a:spcPts val="95"/>
              </a:spcBef>
            </a:pPr>
            <a:r>
              <a:rPr sz="1800" b="1" i="1" dirty="0">
                <a:solidFill>
                  <a:srgbClr val="FF0000"/>
                </a:solidFill>
                <a:latin typeface="Arial"/>
                <a:cs typeface="Arial"/>
              </a:rPr>
              <a:t>BMNN</a:t>
            </a:r>
            <a:r>
              <a:rPr sz="1800" b="1" i="1" spc="-10" dirty="0">
                <a:solidFill>
                  <a:srgbClr val="FF0000"/>
                </a:solidFill>
                <a:latin typeface="Arial"/>
                <a:cs typeface="Arial"/>
              </a:rPr>
              <a:t> </a:t>
            </a:r>
            <a:r>
              <a:rPr sz="1800" b="1" i="1" dirty="0">
                <a:solidFill>
                  <a:srgbClr val="FF0000"/>
                </a:solidFill>
                <a:latin typeface="Arial"/>
                <a:cs typeface="Arial"/>
              </a:rPr>
              <a:t>nói</a:t>
            </a:r>
            <a:r>
              <a:rPr sz="1800" b="1" i="1" spc="-60" dirty="0">
                <a:solidFill>
                  <a:srgbClr val="FF0000"/>
                </a:solidFill>
                <a:latin typeface="Arial"/>
                <a:cs typeface="Arial"/>
              </a:rPr>
              <a:t> </a:t>
            </a:r>
            <a:r>
              <a:rPr sz="1800" b="1" i="1" dirty="0">
                <a:solidFill>
                  <a:srgbClr val="FF0000"/>
                </a:solidFill>
                <a:latin typeface="Arial"/>
                <a:cs typeface="Arial"/>
              </a:rPr>
              <a:t>chung</a:t>
            </a:r>
            <a:r>
              <a:rPr sz="1800" b="1" i="1" spc="-30" dirty="0">
                <a:solidFill>
                  <a:srgbClr val="FF0000"/>
                </a:solidFill>
                <a:latin typeface="Arial"/>
                <a:cs typeface="Arial"/>
              </a:rPr>
              <a:t> </a:t>
            </a:r>
            <a:r>
              <a:rPr sz="1800" b="1" i="1" dirty="0">
                <a:solidFill>
                  <a:srgbClr val="FF0000"/>
                </a:solidFill>
                <a:latin typeface="Arial"/>
                <a:cs typeface="Arial"/>
              </a:rPr>
              <a:t>gồm</a:t>
            </a:r>
            <a:r>
              <a:rPr sz="1800" b="1" i="1" spc="-45" dirty="0">
                <a:solidFill>
                  <a:srgbClr val="FF0000"/>
                </a:solidFill>
                <a:latin typeface="Arial"/>
                <a:cs typeface="Arial"/>
              </a:rPr>
              <a:t> </a:t>
            </a:r>
            <a:r>
              <a:rPr sz="1800" b="1" i="1" dirty="0">
                <a:solidFill>
                  <a:srgbClr val="FF0000"/>
                </a:solidFill>
                <a:latin typeface="Arial"/>
                <a:cs typeface="Arial"/>
              </a:rPr>
              <a:t>3</a:t>
            </a:r>
            <a:r>
              <a:rPr sz="1800" b="1" i="1" spc="-60" dirty="0">
                <a:solidFill>
                  <a:srgbClr val="FF0000"/>
                </a:solidFill>
                <a:latin typeface="Arial"/>
                <a:cs typeface="Arial"/>
              </a:rPr>
              <a:t> </a:t>
            </a:r>
            <a:r>
              <a:rPr sz="1800" b="1" i="1" dirty="0">
                <a:solidFill>
                  <a:srgbClr val="FF0000"/>
                </a:solidFill>
                <a:latin typeface="Arial"/>
                <a:cs typeface="Arial"/>
              </a:rPr>
              <a:t>loại</a:t>
            </a:r>
            <a:r>
              <a:rPr sz="1800" b="1" i="1" spc="-55" dirty="0">
                <a:solidFill>
                  <a:srgbClr val="FF0000"/>
                </a:solidFill>
                <a:latin typeface="Arial"/>
                <a:cs typeface="Arial"/>
              </a:rPr>
              <a:t> </a:t>
            </a:r>
            <a:r>
              <a:rPr sz="1800" b="1" i="1" dirty="0">
                <a:solidFill>
                  <a:srgbClr val="FF0000"/>
                </a:solidFill>
                <a:latin typeface="Arial"/>
                <a:cs typeface="Arial"/>
              </a:rPr>
              <a:t>cơ</a:t>
            </a:r>
            <a:r>
              <a:rPr sz="1800" b="1" i="1" spc="-60" dirty="0">
                <a:solidFill>
                  <a:srgbClr val="FF0000"/>
                </a:solidFill>
                <a:latin typeface="Arial"/>
                <a:cs typeface="Arial"/>
              </a:rPr>
              <a:t> </a:t>
            </a:r>
            <a:r>
              <a:rPr sz="1800" b="1" i="1" spc="-20" dirty="0">
                <a:solidFill>
                  <a:srgbClr val="FF0000"/>
                </a:solidFill>
                <a:latin typeface="Arial"/>
                <a:cs typeface="Arial"/>
              </a:rPr>
              <a:t>quan</a:t>
            </a:r>
          </a:p>
        </p:txBody>
      </p:sp>
      <p:sp>
        <p:nvSpPr>
          <p:cNvPr id="38" name="object 38"/>
          <p:cNvSpPr txBox="1"/>
          <p:nvPr/>
        </p:nvSpPr>
        <p:spPr>
          <a:xfrm>
            <a:off x="8442197" y="6279896"/>
            <a:ext cx="165735"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Microsoft Sans Serif"/>
                <a:cs typeface="Microsoft Sans Serif"/>
              </a:rPr>
              <a:t>46</a:t>
            </a:r>
            <a:endParaRPr sz="1000">
              <a:latin typeface="Microsoft Sans Serif"/>
              <a:cs typeface="Microsoft Sans Serif"/>
            </a:endParaRPr>
          </a:p>
        </p:txBody>
      </p:sp>
      <p:sp>
        <p:nvSpPr>
          <p:cNvPr id="39" name="object 39"/>
          <p:cNvSpPr txBox="1"/>
          <p:nvPr/>
        </p:nvSpPr>
        <p:spPr>
          <a:xfrm>
            <a:off x="535940" y="6279896"/>
            <a:ext cx="740410"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Microsoft Sans Serif"/>
                <a:cs typeface="Microsoft Sans Serif"/>
              </a:rPr>
              <a:t>20</a:t>
            </a:r>
            <a:r>
              <a:rPr sz="1000" spc="-20" dirty="0">
                <a:latin typeface="Microsoft Sans Serif"/>
                <a:cs typeface="Microsoft Sans Serif"/>
              </a:rPr>
              <a:t> </a:t>
            </a:r>
            <a:r>
              <a:rPr sz="1000" dirty="0">
                <a:latin typeface="Microsoft Sans Serif"/>
                <a:cs typeface="Microsoft Sans Serif"/>
              </a:rPr>
              <a:t>July</a:t>
            </a:r>
            <a:r>
              <a:rPr sz="1000" spc="-10" dirty="0">
                <a:latin typeface="Microsoft Sans Serif"/>
                <a:cs typeface="Microsoft Sans Serif"/>
              </a:rPr>
              <a:t> </a:t>
            </a:r>
            <a:r>
              <a:rPr sz="1000" spc="-20" dirty="0">
                <a:latin typeface="Microsoft Sans Serif"/>
                <a:cs typeface="Microsoft Sans Serif"/>
              </a:rPr>
              <a:t>2021</a:t>
            </a:r>
            <a:endParaRPr sz="1000">
              <a:latin typeface="Microsoft Sans Serif"/>
              <a:cs typeface="Microsoft Sans Serif"/>
            </a:endParaRPr>
          </a:p>
        </p:txBody>
      </p:sp>
      <p:sp>
        <p:nvSpPr>
          <p:cNvPr id="40" name="Rectangle 2">
            <a:extLst>
              <a:ext uri="{FF2B5EF4-FFF2-40B4-BE49-F238E27FC236}">
                <a16:creationId xmlns:a16="http://schemas.microsoft.com/office/drawing/2014/main" id="{AF7220A2-C102-4BCA-8ED4-1B9F82218559}"/>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41" name="object 8">
            <a:extLst>
              <a:ext uri="{FF2B5EF4-FFF2-40B4-BE49-F238E27FC236}">
                <a16:creationId xmlns:a16="http://schemas.microsoft.com/office/drawing/2014/main" id="{CD8113D7-0A85-4E3B-8E80-C62F17BD576F}"/>
              </a:ext>
            </a:extLst>
          </p:cNvPr>
          <p:cNvSpPr txBox="1">
            <a:spLocks/>
          </p:cNvSpPr>
          <p:nvPr/>
        </p:nvSpPr>
        <p:spPr bwMode="auto">
          <a:xfrm>
            <a:off x="35814" y="801245"/>
            <a:ext cx="4648200" cy="762000"/>
          </a:xfrm>
          <a:prstGeom prst="rect">
            <a:avLst/>
          </a:prstGeom>
          <a:noFill/>
          <a:ln w="9525">
            <a:noFill/>
            <a:miter lim="800000"/>
            <a:headEnd/>
            <a:tailEnd/>
          </a:ln>
        </p:spPr>
        <p:txBody>
          <a:bodyPr vert="horz" wrap="square" lIns="0" tIns="340994" rIns="0" bIns="0" numCol="1" rtlCol="0" anchor="ctr" anchorCtr="0" compatLnSpc="1">
            <a:prstTxWarp prst="textNoShape">
              <a:avLst/>
            </a:prstTxWarp>
            <a:spAutoFit/>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marL="471805">
              <a:spcBef>
                <a:spcPts val="95"/>
              </a:spcBef>
            </a:pPr>
            <a:r>
              <a:rPr lang="vi-VN" sz="2600" b="1" kern="0" dirty="0">
                <a:solidFill>
                  <a:srgbClr val="C00000"/>
                </a:solidFill>
              </a:rPr>
              <a:t>VI.</a:t>
            </a:r>
            <a:r>
              <a:rPr lang="vi-VN" sz="2600" b="1" kern="0" spc="-60" dirty="0">
                <a:solidFill>
                  <a:srgbClr val="C00000"/>
                </a:solidFill>
              </a:rPr>
              <a:t> </a:t>
            </a:r>
            <a:r>
              <a:rPr lang="en-US" sz="2600" b="1" kern="0" dirty="0">
                <a:solidFill>
                  <a:srgbClr val="C00000"/>
                </a:solidFill>
              </a:rPr>
              <a:t>BỘ MÁY NHÀ NƯỚC</a:t>
            </a:r>
            <a:endParaRPr lang="vi-VN" sz="2600" b="1" kern="0" spc="-20" dirty="0">
              <a:solidFill>
                <a:srgbClr val="C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67A70E16-B6D8-4DE9-BBBA-1AF8B75D15A0}"/>
              </a:ext>
            </a:extLst>
          </p:cNvPr>
          <p:cNvGraphicFramePr/>
          <p:nvPr/>
        </p:nvGraphicFramePr>
        <p:xfrm>
          <a:off x="1371600" y="1524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9924" name="TextBox 3">
            <a:extLst>
              <a:ext uri="{FF2B5EF4-FFF2-40B4-BE49-F238E27FC236}">
                <a16:creationId xmlns:a16="http://schemas.microsoft.com/office/drawing/2014/main" id="{C38260F5-DE1D-4F45-8389-9A1B565D1DE7}"/>
              </a:ext>
            </a:extLst>
          </p:cNvPr>
          <p:cNvSpPr txBox="1">
            <a:spLocks noChangeArrowheads="1"/>
          </p:cNvSpPr>
          <p:nvPr/>
        </p:nvSpPr>
        <p:spPr bwMode="auto">
          <a:xfrm>
            <a:off x="7467600" y="2209800"/>
            <a:ext cx="1447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3000" dirty="0">
                <a:solidFill>
                  <a:srgbClr val="7030A0"/>
                </a:solidFill>
                <a:latin typeface="Calibri" panose="020F0502020204030204" pitchFamily="34" charset="0"/>
                <a:cs typeface="Calibri" panose="020F0502020204030204" pitchFamily="34" charset="0"/>
              </a:rPr>
              <a:t>BMNN XHCN</a:t>
            </a:r>
          </a:p>
        </p:txBody>
      </p:sp>
      <p:sp>
        <p:nvSpPr>
          <p:cNvPr id="7" name="Rectangle 2">
            <a:extLst>
              <a:ext uri="{FF2B5EF4-FFF2-40B4-BE49-F238E27FC236}">
                <a16:creationId xmlns:a16="http://schemas.microsoft.com/office/drawing/2014/main" id="{6A1B6690-D381-4F52-A4BF-225E15E2684C}"/>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8" name="object 8">
            <a:extLst>
              <a:ext uri="{FF2B5EF4-FFF2-40B4-BE49-F238E27FC236}">
                <a16:creationId xmlns:a16="http://schemas.microsoft.com/office/drawing/2014/main" id="{DF0C3F79-6C40-43EA-B156-60401BDEC8AC}"/>
              </a:ext>
            </a:extLst>
          </p:cNvPr>
          <p:cNvSpPr txBox="1">
            <a:spLocks noGrp="1"/>
          </p:cNvSpPr>
          <p:nvPr>
            <p:ph type="title"/>
          </p:nvPr>
        </p:nvSpPr>
        <p:spPr>
          <a:xfrm>
            <a:off x="228600" y="838200"/>
            <a:ext cx="4648200" cy="762000"/>
          </a:xfrm>
          <a:prstGeom prst="rect">
            <a:avLst/>
          </a:prstGeom>
        </p:spPr>
        <p:txBody>
          <a:bodyPr vert="horz" wrap="square" lIns="0" tIns="340994" rIns="0" bIns="0" rtlCol="0">
            <a:spAutoFit/>
          </a:bodyPr>
          <a:lstStyle/>
          <a:p>
            <a:pPr marL="471805">
              <a:lnSpc>
                <a:spcPct val="100000"/>
              </a:lnSpc>
              <a:spcBef>
                <a:spcPts val="95"/>
              </a:spcBef>
            </a:pPr>
            <a:r>
              <a:rPr lang="vi-VN" sz="2600" b="1" dirty="0">
                <a:solidFill>
                  <a:srgbClr val="C00000"/>
                </a:solidFill>
              </a:rPr>
              <a:t>VI.</a:t>
            </a:r>
            <a:r>
              <a:rPr lang="vi-VN" sz="2600" b="1" spc="-60" dirty="0">
                <a:solidFill>
                  <a:srgbClr val="C00000"/>
                </a:solidFill>
              </a:rPr>
              <a:t> </a:t>
            </a:r>
            <a:r>
              <a:rPr lang="en-US" sz="2600" b="1" dirty="0">
                <a:solidFill>
                  <a:srgbClr val="C00000"/>
                </a:solidFill>
              </a:rPr>
              <a:t>BỘ MÁY NHÀ NƯỚC</a:t>
            </a:r>
            <a:endParaRPr lang="vi-VN" sz="2600" b="1" spc="-20" dirty="0">
              <a:solidFill>
                <a:srgbClr val="C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FCD3CD8-B51D-482A-A248-38BC56E09E0E}"/>
              </a:ext>
            </a:extLst>
          </p:cNvPr>
          <p:cNvSpPr txBox="1">
            <a:spLocks noRot="1" noChangeArrowheads="1"/>
          </p:cNvSpPr>
          <p:nvPr/>
        </p:nvSpPr>
        <p:spPr bwMode="auto">
          <a:xfrm>
            <a:off x="912019" y="0"/>
            <a:ext cx="7319962" cy="1049337"/>
          </a:xfrm>
          <a:prstGeom prst="rect">
            <a:avLst/>
          </a:prstGeom>
          <a:noFill/>
          <a:ln w="9525">
            <a:noFill/>
            <a:miter lim="800000"/>
            <a:headEnd/>
            <a:tailEnd/>
          </a:ln>
        </p:spPr>
        <p:txBody>
          <a:bodyPr vert="horz" wrap="square" lIns="91425" tIns="91425" rIns="91425" bIns="91425" numCol="1" anchor="b" anchorCtr="0" compatLnSpc="1">
            <a:prstTxWarp prst="textNoShape">
              <a:avLst/>
            </a:prstTxWarp>
          </a:bodyPr>
          <a:lstStyle>
            <a:defPPr marR="0" lvl="0" algn="l" rtl="0">
              <a:lnSpc>
                <a:spcPct val="100000"/>
              </a:lnSpc>
              <a:spcBef>
                <a:spcPts val="0"/>
              </a:spcBef>
              <a:spcAft>
                <a:spcPts val="0"/>
              </a:spcAft>
            </a:defPPr>
            <a:lvl1pPr algn="ctr" rtl="0" eaLnBrk="0" fontAlgn="base" hangingPunct="0">
              <a:spcBef>
                <a:spcPct val="0"/>
              </a:spcBef>
              <a:spcAft>
                <a:spcPct val="0"/>
              </a:spcAft>
              <a:defRPr sz="6000">
                <a:solidFill>
                  <a:srgbClr val="000000"/>
                </a:solidFill>
                <a:latin typeface="Arial"/>
                <a:ea typeface="MS PGothic" pitchFamily="34" charset="-128"/>
                <a:cs typeface="Arial"/>
                <a:sym typeface="Arial" pitchFamily="34" charset="0"/>
              </a:defRPr>
            </a:lvl1pPr>
            <a:lvl2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2pPr>
            <a:lvl3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3pPr>
            <a:lvl4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4pPr>
            <a:lvl5pPr algn="l" rtl="0" eaLnBrk="0" fontAlgn="base" hangingPunct="0">
              <a:spcBef>
                <a:spcPct val="0"/>
              </a:spcBef>
              <a:spcAft>
                <a:spcPct val="0"/>
              </a:spcAft>
              <a:defRPr sz="1400">
                <a:solidFill>
                  <a:srgbClr val="000000"/>
                </a:solidFill>
                <a:latin typeface="Arial" pitchFamily="34" charset="0"/>
                <a:ea typeface="MS PGothic" pitchFamily="34" charset="-128"/>
                <a:cs typeface="Arial" pitchFamily="34" charset="0"/>
                <a:sym typeface="Arial" pitchFamily="34" charset="0"/>
              </a:defRPr>
            </a:lvl5pPr>
            <a:lvl6pPr marL="4572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6pPr>
            <a:lvl7pPr marL="9144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7pPr>
            <a:lvl8pPr marL="13716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8pPr>
            <a:lvl9pPr marL="1828800" algn="l" rtl="0" eaLnBrk="0" fontAlgn="base" hangingPunct="0">
              <a:spcBef>
                <a:spcPct val="0"/>
              </a:spcBef>
              <a:spcAft>
                <a:spcPct val="0"/>
              </a:spcAft>
              <a:defRPr sz="1400">
                <a:solidFill>
                  <a:srgbClr val="000000"/>
                </a:solidFill>
                <a:latin typeface="Arial" pitchFamily="34" charset="0"/>
                <a:cs typeface="Arial" pitchFamily="34" charset="0"/>
                <a:sym typeface="Arial" pitchFamily="34" charset="0"/>
              </a:defRPr>
            </a:lvl9pPr>
          </a:lstStyle>
          <a:p>
            <a:pPr eaLnBrk="1" fontAlgn="auto" hangingPunct="1">
              <a:spcAft>
                <a:spcPts val="0"/>
              </a:spcAft>
              <a:defRPr/>
            </a:pPr>
            <a:r>
              <a:rPr lang="en-US" altLang="en-US" sz="2200" b="1" kern="0" dirty="0">
                <a:solidFill>
                  <a:schemeClr val="accent4">
                    <a:lumMod val="75000"/>
                  </a:schemeClr>
                </a:solidFill>
                <a:latin typeface="Times New Roman" panose="02020603050405020304" pitchFamily="18" charset="0"/>
              </a:rPr>
              <a:t>CHƯƠNG 1: NHỮNG VẤN ĐỀ LÝ LUẬN CƠ BẢN VỀ NHÀ NƯỚC</a:t>
            </a:r>
          </a:p>
        </p:txBody>
      </p:sp>
      <p:sp>
        <p:nvSpPr>
          <p:cNvPr id="6" name="object 8">
            <a:extLst>
              <a:ext uri="{FF2B5EF4-FFF2-40B4-BE49-F238E27FC236}">
                <a16:creationId xmlns:a16="http://schemas.microsoft.com/office/drawing/2014/main" id="{B9D4F257-8DCC-429A-BC4F-61869E65662F}"/>
              </a:ext>
            </a:extLst>
          </p:cNvPr>
          <p:cNvSpPr txBox="1">
            <a:spLocks noGrp="1"/>
          </p:cNvSpPr>
          <p:nvPr>
            <p:ph type="title"/>
          </p:nvPr>
        </p:nvSpPr>
        <p:spPr>
          <a:xfrm>
            <a:off x="228600" y="838200"/>
            <a:ext cx="4648200" cy="762000"/>
          </a:xfrm>
          <a:prstGeom prst="rect">
            <a:avLst/>
          </a:prstGeom>
        </p:spPr>
        <p:txBody>
          <a:bodyPr vert="horz" wrap="square" lIns="0" tIns="340994" rIns="0" bIns="0" rtlCol="0">
            <a:spAutoFit/>
          </a:bodyPr>
          <a:lstStyle/>
          <a:p>
            <a:pPr marL="471805">
              <a:lnSpc>
                <a:spcPct val="100000"/>
              </a:lnSpc>
              <a:spcBef>
                <a:spcPts val="95"/>
              </a:spcBef>
            </a:pPr>
            <a:r>
              <a:rPr lang="vi-VN" sz="2600" b="1" dirty="0">
                <a:solidFill>
                  <a:srgbClr val="C00000"/>
                </a:solidFill>
              </a:rPr>
              <a:t>VI.</a:t>
            </a:r>
            <a:r>
              <a:rPr lang="vi-VN" sz="2600" b="1" spc="-60" dirty="0">
                <a:solidFill>
                  <a:srgbClr val="C00000"/>
                </a:solidFill>
              </a:rPr>
              <a:t> </a:t>
            </a:r>
            <a:r>
              <a:rPr lang="en-US" sz="2600" b="1" dirty="0">
                <a:solidFill>
                  <a:srgbClr val="C00000"/>
                </a:solidFill>
              </a:rPr>
              <a:t>BỘ MÁY NHÀ NƯỚC</a:t>
            </a:r>
            <a:endParaRPr lang="vi-VN" sz="2600" b="1" spc="-20" dirty="0">
              <a:solidFill>
                <a:srgbClr val="C00000"/>
              </a:solidFill>
            </a:endParaRPr>
          </a:p>
        </p:txBody>
      </p:sp>
      <p:sp>
        <p:nvSpPr>
          <p:cNvPr id="7" name="Rectangle: Rounded Corners 6">
            <a:extLst>
              <a:ext uri="{FF2B5EF4-FFF2-40B4-BE49-F238E27FC236}">
                <a16:creationId xmlns:a16="http://schemas.microsoft.com/office/drawing/2014/main" id="{98DC5C64-FA81-4AD6-B9C8-2191B86C1458}"/>
              </a:ext>
            </a:extLst>
          </p:cNvPr>
          <p:cNvSpPr/>
          <p:nvPr/>
        </p:nvSpPr>
        <p:spPr>
          <a:xfrm>
            <a:off x="895328" y="1811337"/>
            <a:ext cx="1221581" cy="1066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00" b="1" dirty="0">
                <a:solidFill>
                  <a:schemeClr val="accent2">
                    <a:lumMod val="75000"/>
                  </a:schemeClr>
                </a:solidFill>
                <a:latin typeface="+mj-lt"/>
                <a:cs typeface="Calibri" panose="020F0502020204030204" pitchFamily="34" charset="0"/>
              </a:rPr>
              <a:t>BMNN CHỦ NÔ</a:t>
            </a:r>
          </a:p>
        </p:txBody>
      </p:sp>
      <p:sp>
        <p:nvSpPr>
          <p:cNvPr id="8" name="Rectangle: Rounded Corners 7">
            <a:extLst>
              <a:ext uri="{FF2B5EF4-FFF2-40B4-BE49-F238E27FC236}">
                <a16:creationId xmlns:a16="http://schemas.microsoft.com/office/drawing/2014/main" id="{DDA2A1A0-5765-4D24-8310-AE2AD172F32F}"/>
              </a:ext>
            </a:extLst>
          </p:cNvPr>
          <p:cNvSpPr/>
          <p:nvPr/>
        </p:nvSpPr>
        <p:spPr>
          <a:xfrm>
            <a:off x="872080" y="4393042"/>
            <a:ext cx="1221581" cy="1066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00" b="1" dirty="0">
                <a:solidFill>
                  <a:schemeClr val="tx2">
                    <a:lumMod val="25000"/>
                  </a:schemeClr>
                </a:solidFill>
                <a:latin typeface="+mj-lt"/>
                <a:cs typeface="Calibri" panose="020F0502020204030204" pitchFamily="34" charset="0"/>
              </a:rPr>
              <a:t>BMNN TƯ SẢN</a:t>
            </a:r>
          </a:p>
        </p:txBody>
      </p:sp>
      <p:sp>
        <p:nvSpPr>
          <p:cNvPr id="9" name="Rectangle: Rounded Corners 8">
            <a:extLst>
              <a:ext uri="{FF2B5EF4-FFF2-40B4-BE49-F238E27FC236}">
                <a16:creationId xmlns:a16="http://schemas.microsoft.com/office/drawing/2014/main" id="{DB87E64C-F574-4E3C-BFF1-C13B8012D3F9}"/>
              </a:ext>
            </a:extLst>
          </p:cNvPr>
          <p:cNvSpPr/>
          <p:nvPr/>
        </p:nvSpPr>
        <p:spPr>
          <a:xfrm>
            <a:off x="872081" y="3089274"/>
            <a:ext cx="1221581" cy="1066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00" b="1" dirty="0">
                <a:solidFill>
                  <a:srgbClr val="00B050"/>
                </a:solidFill>
                <a:latin typeface="+mj-lt"/>
                <a:cs typeface="Calibri" panose="020F0502020204030204" pitchFamily="34" charset="0"/>
              </a:rPr>
              <a:t>BMNN PHONG KIẾN</a:t>
            </a:r>
          </a:p>
        </p:txBody>
      </p:sp>
      <p:sp>
        <p:nvSpPr>
          <p:cNvPr id="10" name="Rectangle: Rounded Corners 9">
            <a:extLst>
              <a:ext uri="{FF2B5EF4-FFF2-40B4-BE49-F238E27FC236}">
                <a16:creationId xmlns:a16="http://schemas.microsoft.com/office/drawing/2014/main" id="{B23A88C9-68C2-4595-9B24-3E985245F52B}"/>
              </a:ext>
            </a:extLst>
          </p:cNvPr>
          <p:cNvSpPr/>
          <p:nvPr/>
        </p:nvSpPr>
        <p:spPr>
          <a:xfrm>
            <a:off x="872079" y="5639982"/>
            <a:ext cx="1221581" cy="10668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00" b="1" dirty="0">
                <a:solidFill>
                  <a:srgbClr val="7030A0"/>
                </a:solidFill>
                <a:latin typeface="+mj-lt"/>
                <a:cs typeface="Calibri" panose="020F0502020204030204" pitchFamily="34" charset="0"/>
              </a:rPr>
              <a:t>BMNN XHCN</a:t>
            </a:r>
          </a:p>
        </p:txBody>
      </p:sp>
      <p:sp>
        <p:nvSpPr>
          <p:cNvPr id="11" name="Rectangle: Rounded Corners 10">
            <a:extLst>
              <a:ext uri="{FF2B5EF4-FFF2-40B4-BE49-F238E27FC236}">
                <a16:creationId xmlns:a16="http://schemas.microsoft.com/office/drawing/2014/main" id="{0660B1F0-7243-4CAB-B5FA-59BD1702640A}"/>
              </a:ext>
            </a:extLst>
          </p:cNvPr>
          <p:cNvSpPr/>
          <p:nvPr/>
        </p:nvSpPr>
        <p:spPr>
          <a:xfrm>
            <a:off x="2590800" y="1811338"/>
            <a:ext cx="5943600" cy="106680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spcBef>
                <a:spcPts val="1200"/>
              </a:spcBef>
              <a:spcAft>
                <a:spcPts val="1200"/>
              </a:spcAft>
            </a:pPr>
            <a:r>
              <a:rPr lang="en-US" altLang="en-US" sz="1600" dirty="0" err="1">
                <a:solidFill>
                  <a:schemeClr val="tx1"/>
                </a:solidFill>
                <a:latin typeface="Arial" panose="020B0604020202020204" pitchFamily="34" charset="0"/>
                <a:cs typeface="Arial" panose="020B0604020202020204" pitchFamily="34" charset="0"/>
              </a:rPr>
              <a:t>Chưa</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có</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sự</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phân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biệt</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thành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hệ</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thống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các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cơ</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quan</a:t>
            </a:r>
            <a:endParaRPr lang="en-US" altLang="en-US" sz="1600" dirty="0">
              <a:solidFill>
                <a:schemeClr val="tx1"/>
              </a:solidFill>
              <a:latin typeface="Arial" panose="020B0604020202020204" pitchFamily="34" charset="0"/>
              <a:cs typeface="Arial" panose="020B0604020202020204" pitchFamily="34" charset="0"/>
            </a:endParaRPr>
          </a:p>
          <a:p>
            <a:pPr eaLnBrk="1" hangingPunct="1">
              <a:spcBef>
                <a:spcPts val="600"/>
              </a:spcBef>
              <a:spcAft>
                <a:spcPts val="600"/>
              </a:spcAft>
            </a:pPr>
            <a:r>
              <a:rPr lang="en-US" altLang="en-US" sz="1600" dirty="0" err="1">
                <a:solidFill>
                  <a:schemeClr val="tx1"/>
                </a:solidFill>
                <a:latin typeface="Arial" panose="020B0604020202020204" pitchFamily="34" charset="0"/>
                <a:cs typeface="Arial" panose="020B0604020202020204" pitchFamily="34" charset="0"/>
              </a:rPr>
              <a:t>Chủ</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nô</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vừa</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là</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người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lãnh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đạo</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đội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cảnh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sát</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vừa</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là</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người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quản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lý</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hành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chính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vừa</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là</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quan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toà</a:t>
            </a:r>
            <a:endParaRPr lang="en-US" altLang="en-US" sz="1600" dirty="0">
              <a:solidFill>
                <a:schemeClr val="tx1"/>
              </a:solidFill>
              <a:latin typeface="Arial" panose="020B0604020202020204" pitchFamily="34" charset="0"/>
              <a:cs typeface="Arial" panose="020B0604020202020204" pitchFamily="34" charset="0"/>
            </a:endParaRPr>
          </a:p>
        </p:txBody>
      </p:sp>
      <p:sp>
        <p:nvSpPr>
          <p:cNvPr id="12" name="Rectangle: Rounded Corners 11">
            <a:extLst>
              <a:ext uri="{FF2B5EF4-FFF2-40B4-BE49-F238E27FC236}">
                <a16:creationId xmlns:a16="http://schemas.microsoft.com/office/drawing/2014/main" id="{610E7199-A6B9-4404-A1F3-1D05DE0CF930}"/>
              </a:ext>
            </a:extLst>
          </p:cNvPr>
          <p:cNvSpPr/>
          <p:nvPr/>
        </p:nvSpPr>
        <p:spPr>
          <a:xfrm>
            <a:off x="2590800" y="3089274"/>
            <a:ext cx="5943600" cy="1066800"/>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sz="1600" dirty="0" err="1">
                <a:solidFill>
                  <a:schemeClr val="tx1"/>
                </a:solidFill>
                <a:latin typeface="Arial" panose="020B0604020202020204" pitchFamily="34" charset="0"/>
                <a:cs typeface="Arial" panose="020B0604020202020204" pitchFamily="34" charset="0"/>
              </a:rPr>
              <a:t>Đã</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được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tổ</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chức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thành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các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cơ</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quan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tương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đối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hoàn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chỉnh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từ</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Trung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ương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đến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địa</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phương.Tuy</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nhiên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đây</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là</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một</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bộ</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máy</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độc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tài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quan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liêu</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phân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hàng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theo</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đẳng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cấp</a:t>
            </a:r>
            <a:r>
              <a:rPr lang="en-US" altLang="en-US" sz="1600" dirty="0">
                <a:solidFill>
                  <a:schemeClr val="tx1"/>
                </a:solidFill>
                <a:latin typeface="Arial" panose="020B0604020202020204" pitchFamily="34" charset="0"/>
                <a:cs typeface="Arial" panose="020B0604020202020204" pitchFamily="34" charset="0"/>
              </a:rPr>
              <a:t>.</a:t>
            </a:r>
          </a:p>
        </p:txBody>
      </p:sp>
      <p:sp>
        <p:nvSpPr>
          <p:cNvPr id="13" name="Rectangle: Rounded Corners 12">
            <a:extLst>
              <a:ext uri="{FF2B5EF4-FFF2-40B4-BE49-F238E27FC236}">
                <a16:creationId xmlns:a16="http://schemas.microsoft.com/office/drawing/2014/main" id="{7D055DA0-7E51-4B44-AECB-D9C79F29A8AF}"/>
              </a:ext>
            </a:extLst>
          </p:cNvPr>
          <p:cNvSpPr/>
          <p:nvPr/>
        </p:nvSpPr>
        <p:spPr>
          <a:xfrm>
            <a:off x="2599841" y="4362046"/>
            <a:ext cx="5943600" cy="1066800"/>
          </a:xfrm>
          <a:prstGeom prst="round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spcBef>
                <a:spcPts val="600"/>
              </a:spcBef>
              <a:spcAft>
                <a:spcPts val="0"/>
              </a:spcAft>
            </a:pPr>
            <a:r>
              <a:rPr lang="en-US" altLang="en-US" sz="1600" dirty="0" err="1">
                <a:solidFill>
                  <a:schemeClr val="tx1"/>
                </a:solidFill>
                <a:latin typeface="Arial" panose="020B0604020202020204" pitchFamily="34" charset="0"/>
                <a:cs typeface="Arial" panose="020B0604020202020204" pitchFamily="34" charset="0"/>
              </a:rPr>
              <a:t>Đã</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đạt</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tới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mức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hoàn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thiện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khá</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cao</a:t>
            </a:r>
            <a:endParaRPr lang="en-US" altLang="en-US" sz="1600" dirty="0">
              <a:solidFill>
                <a:schemeClr val="tx1"/>
              </a:solidFill>
              <a:latin typeface="Arial" panose="020B0604020202020204" pitchFamily="34" charset="0"/>
              <a:cs typeface="Arial" panose="020B0604020202020204" pitchFamily="34" charset="0"/>
            </a:endParaRPr>
          </a:p>
          <a:p>
            <a:pPr eaLnBrk="1" hangingPunct="1">
              <a:spcBef>
                <a:spcPts val="600"/>
              </a:spcBef>
              <a:spcAft>
                <a:spcPts val="600"/>
              </a:spcAft>
            </a:pPr>
            <a:r>
              <a:rPr lang="en-US" altLang="en-US" sz="1600" dirty="0" err="1">
                <a:solidFill>
                  <a:schemeClr val="tx1"/>
                </a:solidFill>
                <a:latin typeface="Arial" panose="020B0604020202020204" pitchFamily="34" charset="0"/>
                <a:cs typeface="Arial" panose="020B0604020202020204" pitchFamily="34" charset="0"/>
              </a:rPr>
              <a:t>Phân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thành</a:t>
            </a:r>
            <a:r>
              <a:rPr lang="en-US" altLang="en-US" sz="1600" dirty="0">
                <a:solidFill>
                  <a:schemeClr val="tx1"/>
                </a:solidFill>
                <a:latin typeface="Arial" panose="020B0604020202020204" pitchFamily="34" charset="0"/>
                <a:cs typeface="Arial" panose="020B0604020202020204" pitchFamily="34" charset="0"/>
              </a:rPr>
              <a:t> 3 </a:t>
            </a:r>
            <a:r>
              <a:rPr lang="en-US" altLang="en-US" sz="1600" dirty="0" err="1">
                <a:solidFill>
                  <a:schemeClr val="tx1"/>
                </a:solidFill>
                <a:latin typeface="Arial" panose="020B0604020202020204" pitchFamily="34" charset="0"/>
                <a:cs typeface="Arial" panose="020B0604020202020204" pitchFamily="34" charset="0"/>
              </a:rPr>
              <a:t>loại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cơ</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quan</a:t>
            </a:r>
            <a:r>
              <a:rPr lang="en-US" altLang="en-US" sz="1600" dirty="0">
                <a:solidFill>
                  <a:schemeClr val="tx1"/>
                </a:solidFill>
                <a:latin typeface="Arial" panose="020B0604020202020204" pitchFamily="34" charset="0"/>
                <a:cs typeface="Arial" panose="020B0604020202020204" pitchFamily="34" charset="0"/>
              </a:rPr>
              <a:t> : </a:t>
            </a:r>
            <a:r>
              <a:rPr lang="en-US" altLang="en-US" sz="1600" dirty="0" err="1">
                <a:solidFill>
                  <a:schemeClr val="tx1"/>
                </a:solidFill>
                <a:latin typeface="Arial" panose="020B0604020202020204" pitchFamily="34" charset="0"/>
                <a:cs typeface="Arial" panose="020B0604020202020204" pitchFamily="34" charset="0"/>
              </a:rPr>
              <a:t>lập</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pháp</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hành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pháp</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tư</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pháp</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theo</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nguyên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tắc</a:t>
            </a:r>
            <a:r>
              <a:rPr lang="en-US" altLang="en-US" sz="1600" dirty="0">
                <a:solidFill>
                  <a:schemeClr val="tx1"/>
                </a:solidFill>
                <a:latin typeface="Arial" panose="020B0604020202020204" pitchFamily="34" charset="0"/>
                <a:cs typeface="Arial" panose="020B0604020202020204" pitchFamily="34" charset="0"/>
              </a:rPr>
              <a:t> tam </a:t>
            </a:r>
            <a:r>
              <a:rPr lang="en-US" altLang="en-US" sz="1600" dirty="0" err="1">
                <a:solidFill>
                  <a:schemeClr val="tx1"/>
                </a:solidFill>
                <a:latin typeface="Arial" panose="020B0604020202020204" pitchFamily="34" charset="0"/>
                <a:cs typeface="Arial" panose="020B0604020202020204" pitchFamily="34" charset="0"/>
              </a:rPr>
              <a:t>quyền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phân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lập</a:t>
            </a:r>
            <a:endParaRPr lang="en-US" altLang="en-US" sz="1600" dirty="0">
              <a:solidFill>
                <a:schemeClr val="tx1"/>
              </a:solidFill>
              <a:latin typeface="Arial" panose="020B0604020202020204" pitchFamily="34" charset="0"/>
              <a:cs typeface="Arial" panose="020B0604020202020204" pitchFamily="34" charset="0"/>
            </a:endParaRPr>
          </a:p>
        </p:txBody>
      </p:sp>
      <p:sp>
        <p:nvSpPr>
          <p:cNvPr id="14" name="Rectangle: Rounded Corners 13">
            <a:extLst>
              <a:ext uri="{FF2B5EF4-FFF2-40B4-BE49-F238E27FC236}">
                <a16:creationId xmlns:a16="http://schemas.microsoft.com/office/drawing/2014/main" id="{F26F2486-672E-4089-B220-BEEE3FB70F8D}"/>
              </a:ext>
            </a:extLst>
          </p:cNvPr>
          <p:cNvSpPr/>
          <p:nvPr/>
        </p:nvSpPr>
        <p:spPr>
          <a:xfrm>
            <a:off x="2599841" y="5639982"/>
            <a:ext cx="5943600" cy="1066800"/>
          </a:xfrm>
          <a:prstGeom prst="roundRect">
            <a:avLst/>
          </a:prstGeom>
          <a:solidFill>
            <a:srgbClr val="CC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spcBef>
                <a:spcPts val="600"/>
              </a:spcBef>
              <a:spcAft>
                <a:spcPts val="0"/>
              </a:spcAft>
            </a:pPr>
            <a:r>
              <a:rPr lang="en-US" altLang="en-US" sz="1600" dirty="0" err="1">
                <a:solidFill>
                  <a:schemeClr val="tx1"/>
                </a:solidFill>
                <a:latin typeface="Arial" panose="020B0604020202020204" pitchFamily="34" charset="0"/>
                <a:cs typeface="Arial" panose="020B0604020202020204" pitchFamily="34" charset="0"/>
              </a:rPr>
              <a:t>Nguyên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tắc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tập</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quyền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quyền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lực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tập</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trung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vào</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tay</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nhân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dân</a:t>
            </a:r>
            <a:endParaRPr lang="en-US" altLang="en-US" sz="1600" dirty="0">
              <a:solidFill>
                <a:schemeClr val="tx1"/>
              </a:solidFill>
              <a:latin typeface="Arial" panose="020B0604020202020204" pitchFamily="34" charset="0"/>
              <a:cs typeface="Arial" panose="020B0604020202020204" pitchFamily="34" charset="0"/>
            </a:endParaRPr>
          </a:p>
          <a:p>
            <a:pPr eaLnBrk="1" hangingPunct="1">
              <a:spcBef>
                <a:spcPts val="1200"/>
              </a:spcBef>
              <a:spcAft>
                <a:spcPts val="1200"/>
              </a:spcAft>
            </a:pPr>
            <a:r>
              <a:rPr lang="en-US" altLang="en-US" sz="1600" dirty="0" err="1">
                <a:solidFill>
                  <a:schemeClr val="tx1"/>
                </a:solidFill>
                <a:latin typeface="Arial" panose="020B0604020202020204" pitchFamily="34" charset="0"/>
                <a:cs typeface="Arial" panose="020B0604020202020204" pitchFamily="34" charset="0"/>
              </a:rPr>
              <a:t>Nhân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dân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sử</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dụng</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quyền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lực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của</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mình</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thông</a:t>
            </a:r>
            <a:r>
              <a:rPr lang="en-US" altLang="en-US" sz="1600" dirty="0">
                <a:solidFill>
                  <a:schemeClr val="tx1"/>
                </a:solidFill>
                <a:latin typeface="Arial" panose="020B0604020202020204" pitchFamily="34" charset="0"/>
                <a:cs typeface="Arial" panose="020B0604020202020204" pitchFamily="34" charset="0"/>
              </a:rPr>
              <a:t> qua </a:t>
            </a:r>
            <a:r>
              <a:rPr lang="en-US" altLang="en-US" sz="1600" dirty="0" err="1">
                <a:solidFill>
                  <a:schemeClr val="tx1"/>
                </a:solidFill>
                <a:latin typeface="Arial" panose="020B0604020202020204" pitchFamily="34" charset="0"/>
                <a:cs typeface="Arial" panose="020B0604020202020204" pitchFamily="34" charset="0"/>
              </a:rPr>
              <a:t>các</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cơ</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quan</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đại</a:t>
            </a:r>
            <a:r>
              <a:rPr lang="en-US" altLang="en-US" sz="1600" dirty="0">
                <a:solidFill>
                  <a:schemeClr val="tx1"/>
                </a:solidFill>
                <a:latin typeface="Arial" panose="020B0604020202020204" pitchFamily="34" charset="0"/>
                <a:cs typeface="Arial" panose="020B0604020202020204" pitchFamily="34" charset="0"/>
              </a:rPr>
              <a:t> </a:t>
            </a:r>
            <a:r>
              <a:rPr lang="en-US" altLang="en-US" sz="1600" dirty="0" err="1">
                <a:solidFill>
                  <a:schemeClr val="tx1"/>
                </a:solidFill>
                <a:latin typeface="Arial" panose="020B0604020202020204" pitchFamily="34" charset="0"/>
                <a:cs typeface="Arial" panose="020B0604020202020204" pitchFamily="34" charset="0"/>
              </a:rPr>
              <a:t>diện</a:t>
            </a:r>
            <a:endParaRPr lang="en-US" altLang="en-US" sz="1600" dirty="0">
              <a:solidFill>
                <a:schemeClr val="tx1"/>
              </a:solidFill>
              <a:latin typeface="Arial" panose="020B0604020202020204" pitchFamily="34" charset="0"/>
              <a:cs typeface="Arial" panose="020B0604020202020204" pitchFamily="34" charset="0"/>
            </a:endParaRPr>
          </a:p>
        </p:txBody>
      </p:sp>
      <p:sp>
        <p:nvSpPr>
          <p:cNvPr id="15" name="Arrow: Right 14">
            <a:extLst>
              <a:ext uri="{FF2B5EF4-FFF2-40B4-BE49-F238E27FC236}">
                <a16:creationId xmlns:a16="http://schemas.microsoft.com/office/drawing/2014/main" id="{AC7CA64A-3594-426C-BA4F-B8E9687D5BA4}"/>
              </a:ext>
            </a:extLst>
          </p:cNvPr>
          <p:cNvSpPr/>
          <p:nvPr/>
        </p:nvSpPr>
        <p:spPr>
          <a:xfrm>
            <a:off x="2207415" y="2287910"/>
            <a:ext cx="321491" cy="246063"/>
          </a:xfrm>
          <a:prstGeom prst="rightArrow">
            <a:avLst/>
          </a:prstGeom>
          <a:solidFill>
            <a:srgbClr val="000099"/>
          </a:solidFill>
          <a:ln>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2F2BD736-1661-4FFD-8344-00F045E814CB}"/>
              </a:ext>
            </a:extLst>
          </p:cNvPr>
          <p:cNvSpPr/>
          <p:nvPr/>
        </p:nvSpPr>
        <p:spPr>
          <a:xfrm>
            <a:off x="2207414" y="3500262"/>
            <a:ext cx="321491" cy="246063"/>
          </a:xfrm>
          <a:prstGeom prst="rightArrow">
            <a:avLst/>
          </a:prstGeom>
          <a:solidFill>
            <a:srgbClr val="000099"/>
          </a:solidFill>
          <a:ln>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E32457F7-D5C5-4B02-93A4-30CBE9033794}"/>
              </a:ext>
            </a:extLst>
          </p:cNvPr>
          <p:cNvSpPr/>
          <p:nvPr/>
        </p:nvSpPr>
        <p:spPr>
          <a:xfrm>
            <a:off x="2202894" y="4772414"/>
            <a:ext cx="321491" cy="246063"/>
          </a:xfrm>
          <a:prstGeom prst="rightArrow">
            <a:avLst/>
          </a:prstGeom>
          <a:solidFill>
            <a:srgbClr val="000099"/>
          </a:solidFill>
          <a:ln>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F9FB37C3-E7E5-4535-BDFA-ADED48163C7A}"/>
              </a:ext>
            </a:extLst>
          </p:cNvPr>
          <p:cNvSpPr/>
          <p:nvPr/>
        </p:nvSpPr>
        <p:spPr>
          <a:xfrm>
            <a:off x="2202894" y="6036089"/>
            <a:ext cx="321491" cy="246063"/>
          </a:xfrm>
          <a:prstGeom prst="rightArrow">
            <a:avLst/>
          </a:prstGeom>
          <a:solidFill>
            <a:srgbClr val="000099"/>
          </a:solidFill>
          <a:ln>
            <a:solidFill>
              <a:srgbClr val="E6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78332"/>
      </p:ext>
    </p:extLst>
  </p:cSld>
  <p:clrMapOvr>
    <a:masterClrMapping/>
  </p:clrMapOvr>
</p:sld>
</file>

<file path=ppt/theme/theme1.xml><?xml version="1.0" encoding="utf-8"?>
<a:theme xmlns:a="http://schemas.openxmlformats.org/drawingml/2006/main" name="1_Office Theme">
  <a:themeElements>
    <a:clrScheme name="default">
      <a:dk1>
        <a:srgbClr val="000000"/>
      </a:dk1>
      <a:lt1>
        <a:srgbClr val="FFFFFF"/>
      </a:lt1>
      <a:dk2>
        <a:srgbClr val="1F497D"/>
      </a:dk2>
      <a:lt2>
        <a:srgbClr val="EEECE1"/>
      </a:lt2>
      <a:accent1>
        <a:srgbClr val="4F81BD"/>
      </a:accent1>
      <a:accent2>
        <a:srgbClr val="C0504D"/>
      </a:accent2>
      <a:accent3>
        <a:srgbClr val="FFFFFF"/>
      </a:accent3>
      <a:accent4>
        <a:srgbClr val="4F81BD"/>
      </a:accent4>
      <a:accent5>
        <a:srgbClr val="C0504D"/>
      </a:accent5>
      <a:accent6>
        <a:srgbClr val="FFFFFF"/>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4181</TotalTime>
  <Words>3441</Words>
  <Application>Microsoft Office PowerPoint</Application>
  <PresentationFormat>On-screen Show (4:3)</PresentationFormat>
  <Paragraphs>343</Paragraphs>
  <Slides>52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Microsoft Sans Serif</vt:lpstr>
      <vt:lpstr>Times New Roman</vt:lpstr>
      <vt:lpstr>Wingdings</vt:lpstr>
      <vt:lpstr>Wingdings 3</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II. KHÁI NIỆM, BẢN CHẤT CỦA NHÀ NƯỚC</vt:lpstr>
      <vt:lpstr>II. KHÁI NIỆM, BẢN CHẤT CỦA NHÀ NƯỚC</vt:lpstr>
      <vt:lpstr>II. KHÁI NIỆM, BẢN CHẤT CỦA NHÀ NƯỚC</vt:lpstr>
      <vt:lpstr>PowerPoint Presentation</vt:lpstr>
      <vt:lpstr>II. KHÁI NIỆM, BẢN CHẤT CỦA NHÀ NƯỚC</vt:lpstr>
      <vt:lpstr>PowerPoint Presentation</vt:lpstr>
      <vt:lpstr>PowerPoint Presentation</vt:lpstr>
      <vt:lpstr>PowerPoint Presentation</vt:lpstr>
      <vt:lpstr>PowerPoint Presentation</vt:lpstr>
      <vt:lpstr>PowerPoint Presentation</vt:lpstr>
      <vt:lpstr>PowerPoint Presentation</vt:lpstr>
      <vt:lpstr>V. KIỂU NHÀ NƯỚC VÀ HÌNH THỨC NHÀ NƯỚC</vt:lpstr>
      <vt:lpstr>PowerPoint Presentation</vt:lpstr>
      <vt:lpstr>PowerPoint Presentation</vt:lpstr>
      <vt:lpstr>V. KIỂU NHÀ NƯỚC VÀ HÌNH THỨC NHÀ NƯỚC</vt:lpstr>
      <vt:lpstr>PowerPoint Presentation</vt:lpstr>
      <vt:lpstr>V. KIỂU NHÀ NƯỚC VÀ HÌNH THỨC NHÀ NƯỚC</vt:lpstr>
      <vt:lpstr>V. KIỂU NHÀ NƯỚC VÀ HÌNH THỨC NHÀ NƯỚC</vt:lpstr>
      <vt:lpstr>PowerPoint Presentation</vt:lpstr>
      <vt:lpstr>V. KIỂU NHÀ NƯỚC VÀ HÌNH THỨC NHÀ NƯỚC</vt:lpstr>
      <vt:lpstr>PowerPoint Presentation</vt:lpstr>
      <vt:lpstr>PowerPoint Presentation</vt:lpstr>
      <vt:lpstr>V. KIỂU NHÀ NƯỚC VÀ HÌNH THỨC NHÀ NƯỚC</vt:lpstr>
      <vt:lpstr>VI. BỘ MÁY NHÀ NƯỚC</vt:lpstr>
      <vt:lpstr>VI. BỘ MÁY NHÀ NƯỚC</vt:lpstr>
      <vt:lpstr>BMNN nói chung gồm 3 loại cơ quan</vt:lpstr>
      <vt:lpstr>VI. BỘ MÁY NHÀ NƯỚC</vt:lpstr>
      <vt:lpstr>VI. BỘ MÁY NHÀ NƯỚC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Hồ Thị Minh Phượng</dc:creator>
  <cp:lastModifiedBy>Phạm Thị Thảo Xuyên</cp:lastModifiedBy>
  <cp:revision>298</cp:revision>
  <cp:lastPrinted>2021-11-22T01:42:07Z</cp:lastPrinted>
  <dcterms:created xsi:type="dcterms:W3CDTF">2020-10-21T09:13:04Z</dcterms:created>
  <dcterms:modified xsi:type="dcterms:W3CDTF">2024-09-10T02:52:21Z</dcterms:modified>
</cp:coreProperties>
</file>